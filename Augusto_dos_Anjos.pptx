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0" d="100"/>
          <a:sy n="100" d="100"/>
        </p:scale>
        <p:origin x="78" y="3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o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AC0232-EC03-4C49-F0C2-44D1702E75F6}"/>
              </a:ext>
            </a:extLst>
          </p:cNvPr>
          <p:cNvSpPr>
            <a:spLocks noGrp="1"/>
          </p:cNvSpPr>
          <p:nvPr>
            <p:ph type="ctrTitle"/>
          </p:nvPr>
        </p:nvSpPr>
        <p:spPr>
          <a:xfrm>
            <a:off x="1524000" y="1122363"/>
            <a:ext cx="9144000" cy="2387600"/>
          </a:xfrm>
        </p:spPr>
        <p:txBody>
          <a:bodyPr anchor="b"/>
          <a:lstStyle>
            <a:lvl1pPr algn="ctr">
              <a:defRPr sz="6000"/>
            </a:lvl1pPr>
          </a:lstStyle>
          <a:p>
            <a:r>
              <a:rPr lang="pt-PT"/>
              <a:t>Clique para editar o estilo de título do Modelo Global</a:t>
            </a:r>
            <a:endParaRPr lang="pt-BR"/>
          </a:p>
        </p:txBody>
      </p:sp>
      <p:sp>
        <p:nvSpPr>
          <p:cNvPr id="3" name="Subtítulo 2">
            <a:extLst>
              <a:ext uri="{FF2B5EF4-FFF2-40B4-BE49-F238E27FC236}">
                <a16:creationId xmlns:a16="http://schemas.microsoft.com/office/drawing/2014/main" id="{0C382105-2430-3D41-3549-E2FA0E92D0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PT"/>
              <a:t>Clique para editar o estilo de subtítulo do Modelo Global</a:t>
            </a:r>
            <a:endParaRPr lang="pt-BR"/>
          </a:p>
        </p:txBody>
      </p:sp>
      <p:sp>
        <p:nvSpPr>
          <p:cNvPr id="4" name="Marcador de Posição da Data 3">
            <a:extLst>
              <a:ext uri="{FF2B5EF4-FFF2-40B4-BE49-F238E27FC236}">
                <a16:creationId xmlns:a16="http://schemas.microsoft.com/office/drawing/2014/main" id="{7A4070AB-B761-10B1-4E44-CD5B9AFBE2D7}"/>
              </a:ext>
            </a:extLst>
          </p:cNvPr>
          <p:cNvSpPr>
            <a:spLocks noGrp="1"/>
          </p:cNvSpPr>
          <p:nvPr>
            <p:ph type="dt" sz="half" idx="10"/>
          </p:nvPr>
        </p:nvSpPr>
        <p:spPr/>
        <p:txBody>
          <a:bodyPr/>
          <a:lstStyle/>
          <a:p>
            <a:fld id="{8E7D7EA7-158A-4599-81F5-DADE2143D3CC}" type="datetimeFigureOut">
              <a:rPr lang="pt-BR" smtClean="0"/>
              <a:t>28/07/2024</a:t>
            </a:fld>
            <a:endParaRPr lang="pt-BR"/>
          </a:p>
        </p:txBody>
      </p:sp>
      <p:sp>
        <p:nvSpPr>
          <p:cNvPr id="5" name="Marcador de Posição do Rodapé 4">
            <a:extLst>
              <a:ext uri="{FF2B5EF4-FFF2-40B4-BE49-F238E27FC236}">
                <a16:creationId xmlns:a16="http://schemas.microsoft.com/office/drawing/2014/main" id="{DE59FB70-F7DA-4F86-9225-CD1E69EC4991}"/>
              </a:ext>
            </a:extLst>
          </p:cNvPr>
          <p:cNvSpPr>
            <a:spLocks noGrp="1"/>
          </p:cNvSpPr>
          <p:nvPr>
            <p:ph type="ftr" sz="quarter" idx="11"/>
          </p:nvPr>
        </p:nvSpPr>
        <p:spPr/>
        <p:txBody>
          <a:bodyPr/>
          <a:lstStyle/>
          <a:p>
            <a:endParaRPr lang="pt-BR"/>
          </a:p>
        </p:txBody>
      </p:sp>
      <p:sp>
        <p:nvSpPr>
          <p:cNvPr id="6" name="Marcador de Posição do Número do Diapositivo 5">
            <a:extLst>
              <a:ext uri="{FF2B5EF4-FFF2-40B4-BE49-F238E27FC236}">
                <a16:creationId xmlns:a16="http://schemas.microsoft.com/office/drawing/2014/main" id="{9B7F5ECD-FAF9-F143-E883-5F33FD661324}"/>
              </a:ext>
            </a:extLst>
          </p:cNvPr>
          <p:cNvSpPr>
            <a:spLocks noGrp="1"/>
          </p:cNvSpPr>
          <p:nvPr>
            <p:ph type="sldNum" sz="quarter" idx="12"/>
          </p:nvPr>
        </p:nvSpPr>
        <p:spPr/>
        <p:txBody>
          <a:bodyPr/>
          <a:lstStyle/>
          <a:p>
            <a:fld id="{94142EF1-EA54-4F79-AC0D-52FB218E8263}" type="slidenum">
              <a:rPr lang="pt-BR" smtClean="0"/>
              <a:t>‹nº›</a:t>
            </a:fld>
            <a:endParaRPr lang="pt-BR"/>
          </a:p>
        </p:txBody>
      </p:sp>
    </p:spTree>
    <p:extLst>
      <p:ext uri="{BB962C8B-B14F-4D97-AF65-F5344CB8AC3E}">
        <p14:creationId xmlns:p14="http://schemas.microsoft.com/office/powerpoint/2010/main" val="220792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Objet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A374CD-8C58-45E4-F280-98039FA4282F}"/>
              </a:ext>
            </a:extLst>
          </p:cNvPr>
          <p:cNvSpPr>
            <a:spLocks noGrp="1"/>
          </p:cNvSpPr>
          <p:nvPr>
            <p:ph type="title"/>
          </p:nvPr>
        </p:nvSpPr>
        <p:spPr/>
        <p:txBody>
          <a:bodyPr/>
          <a:lstStyle/>
          <a:p>
            <a:r>
              <a:rPr lang="pt-PT"/>
              <a:t>Clique para editar o estilo de título do Modelo Global</a:t>
            </a:r>
            <a:endParaRPr lang="pt-BR"/>
          </a:p>
        </p:txBody>
      </p:sp>
      <p:sp>
        <p:nvSpPr>
          <p:cNvPr id="3" name="Marcador de Posição de Conteúdo 2">
            <a:extLst>
              <a:ext uri="{FF2B5EF4-FFF2-40B4-BE49-F238E27FC236}">
                <a16:creationId xmlns:a16="http://schemas.microsoft.com/office/drawing/2014/main" id="{13B90FBE-7C85-815A-701A-F38586414863}"/>
              </a:ext>
            </a:extLst>
          </p:cNvPr>
          <p:cNvSpPr>
            <a:spLocks noGrp="1"/>
          </p:cNvSpPr>
          <p:nvPr>
            <p:ph idx="1"/>
          </p:nvPr>
        </p:nvSpPr>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pt-BR"/>
          </a:p>
        </p:txBody>
      </p:sp>
      <p:sp>
        <p:nvSpPr>
          <p:cNvPr id="4" name="Marcador de Posição da Data 3">
            <a:extLst>
              <a:ext uri="{FF2B5EF4-FFF2-40B4-BE49-F238E27FC236}">
                <a16:creationId xmlns:a16="http://schemas.microsoft.com/office/drawing/2014/main" id="{ABE85DAC-EC61-2997-818D-8B3C26DF0B38}"/>
              </a:ext>
            </a:extLst>
          </p:cNvPr>
          <p:cNvSpPr>
            <a:spLocks noGrp="1"/>
          </p:cNvSpPr>
          <p:nvPr>
            <p:ph type="dt" sz="half" idx="10"/>
          </p:nvPr>
        </p:nvSpPr>
        <p:spPr/>
        <p:txBody>
          <a:bodyPr/>
          <a:lstStyle/>
          <a:p>
            <a:fld id="{8E7D7EA7-158A-4599-81F5-DADE2143D3CC}" type="datetimeFigureOut">
              <a:rPr lang="pt-BR" smtClean="0"/>
              <a:t>28/07/2024</a:t>
            </a:fld>
            <a:endParaRPr lang="pt-BR"/>
          </a:p>
        </p:txBody>
      </p:sp>
      <p:sp>
        <p:nvSpPr>
          <p:cNvPr id="5" name="Marcador de Posição do Rodapé 4">
            <a:extLst>
              <a:ext uri="{FF2B5EF4-FFF2-40B4-BE49-F238E27FC236}">
                <a16:creationId xmlns:a16="http://schemas.microsoft.com/office/drawing/2014/main" id="{86182887-8084-E8D5-8F3B-85792F04AF5C}"/>
              </a:ext>
            </a:extLst>
          </p:cNvPr>
          <p:cNvSpPr>
            <a:spLocks noGrp="1"/>
          </p:cNvSpPr>
          <p:nvPr>
            <p:ph type="ftr" sz="quarter" idx="11"/>
          </p:nvPr>
        </p:nvSpPr>
        <p:spPr/>
        <p:txBody>
          <a:bodyPr/>
          <a:lstStyle/>
          <a:p>
            <a:endParaRPr lang="pt-BR"/>
          </a:p>
        </p:txBody>
      </p:sp>
      <p:sp>
        <p:nvSpPr>
          <p:cNvPr id="6" name="Marcador de Posição do Número do Diapositivo 5">
            <a:extLst>
              <a:ext uri="{FF2B5EF4-FFF2-40B4-BE49-F238E27FC236}">
                <a16:creationId xmlns:a16="http://schemas.microsoft.com/office/drawing/2014/main" id="{212A9C15-9ACB-BB64-4CB4-B65F671C3CC6}"/>
              </a:ext>
            </a:extLst>
          </p:cNvPr>
          <p:cNvSpPr>
            <a:spLocks noGrp="1"/>
          </p:cNvSpPr>
          <p:nvPr>
            <p:ph type="sldNum" sz="quarter" idx="12"/>
          </p:nvPr>
        </p:nvSpPr>
        <p:spPr/>
        <p:txBody>
          <a:bodyPr/>
          <a:lstStyle/>
          <a:p>
            <a:fld id="{94142EF1-EA54-4F79-AC0D-52FB218E8263}" type="slidenum">
              <a:rPr lang="pt-BR" smtClean="0"/>
              <a:t>‹nº›</a:t>
            </a:fld>
            <a:endParaRPr lang="pt-BR"/>
          </a:p>
        </p:txBody>
      </p:sp>
    </p:spTree>
    <p:extLst>
      <p:ext uri="{BB962C8B-B14F-4D97-AF65-F5344CB8AC3E}">
        <p14:creationId xmlns:p14="http://schemas.microsoft.com/office/powerpoint/2010/main" val="2043177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c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CEE8AE-CEAA-3D4F-BD95-D1B3DC8D6CF3}"/>
              </a:ext>
            </a:extLst>
          </p:cNvPr>
          <p:cNvSpPr>
            <a:spLocks noGrp="1"/>
          </p:cNvSpPr>
          <p:nvPr>
            <p:ph type="title"/>
          </p:nvPr>
        </p:nvSpPr>
        <p:spPr>
          <a:xfrm>
            <a:off x="831850" y="1709738"/>
            <a:ext cx="10515600" cy="2852737"/>
          </a:xfrm>
        </p:spPr>
        <p:txBody>
          <a:bodyPr anchor="b"/>
          <a:lstStyle>
            <a:lvl1pPr>
              <a:defRPr sz="6000"/>
            </a:lvl1pPr>
          </a:lstStyle>
          <a:p>
            <a:r>
              <a:rPr lang="pt-PT"/>
              <a:t>Clique para editar o estilo de título do Modelo Global</a:t>
            </a:r>
            <a:endParaRPr lang="pt-BR"/>
          </a:p>
        </p:txBody>
      </p:sp>
      <p:sp>
        <p:nvSpPr>
          <p:cNvPr id="3" name="Marcador de Posição do Texto 2">
            <a:extLst>
              <a:ext uri="{FF2B5EF4-FFF2-40B4-BE49-F238E27FC236}">
                <a16:creationId xmlns:a16="http://schemas.microsoft.com/office/drawing/2014/main" id="{F2D6DCBA-9265-1E95-64A8-D0DA4DE5E7E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PT"/>
              <a:t>Clique para editar os estilos do texto de Modelo Global</a:t>
            </a:r>
          </a:p>
        </p:txBody>
      </p:sp>
      <p:sp>
        <p:nvSpPr>
          <p:cNvPr id="4" name="Marcador de Posição da Data 3">
            <a:extLst>
              <a:ext uri="{FF2B5EF4-FFF2-40B4-BE49-F238E27FC236}">
                <a16:creationId xmlns:a16="http://schemas.microsoft.com/office/drawing/2014/main" id="{50F87AF5-123E-0333-0BBF-B1A563D3C3E4}"/>
              </a:ext>
            </a:extLst>
          </p:cNvPr>
          <p:cNvSpPr>
            <a:spLocks noGrp="1"/>
          </p:cNvSpPr>
          <p:nvPr>
            <p:ph type="dt" sz="half" idx="10"/>
          </p:nvPr>
        </p:nvSpPr>
        <p:spPr/>
        <p:txBody>
          <a:bodyPr/>
          <a:lstStyle/>
          <a:p>
            <a:fld id="{8E7D7EA7-158A-4599-81F5-DADE2143D3CC}" type="datetimeFigureOut">
              <a:rPr lang="pt-BR" smtClean="0"/>
              <a:t>28/07/2024</a:t>
            </a:fld>
            <a:endParaRPr lang="pt-BR"/>
          </a:p>
        </p:txBody>
      </p:sp>
      <p:sp>
        <p:nvSpPr>
          <p:cNvPr id="5" name="Marcador de Posição do Rodapé 4">
            <a:extLst>
              <a:ext uri="{FF2B5EF4-FFF2-40B4-BE49-F238E27FC236}">
                <a16:creationId xmlns:a16="http://schemas.microsoft.com/office/drawing/2014/main" id="{CFE12C2E-9B5D-8D58-6874-5AF8B194F595}"/>
              </a:ext>
            </a:extLst>
          </p:cNvPr>
          <p:cNvSpPr>
            <a:spLocks noGrp="1"/>
          </p:cNvSpPr>
          <p:nvPr>
            <p:ph type="ftr" sz="quarter" idx="11"/>
          </p:nvPr>
        </p:nvSpPr>
        <p:spPr/>
        <p:txBody>
          <a:bodyPr/>
          <a:lstStyle/>
          <a:p>
            <a:endParaRPr lang="pt-BR"/>
          </a:p>
        </p:txBody>
      </p:sp>
      <p:sp>
        <p:nvSpPr>
          <p:cNvPr id="6" name="Marcador de Posição do Número do Diapositivo 5">
            <a:extLst>
              <a:ext uri="{FF2B5EF4-FFF2-40B4-BE49-F238E27FC236}">
                <a16:creationId xmlns:a16="http://schemas.microsoft.com/office/drawing/2014/main" id="{A04F3F3C-524D-7606-02A1-58304CC550A5}"/>
              </a:ext>
            </a:extLst>
          </p:cNvPr>
          <p:cNvSpPr>
            <a:spLocks noGrp="1"/>
          </p:cNvSpPr>
          <p:nvPr>
            <p:ph type="sldNum" sz="quarter" idx="12"/>
          </p:nvPr>
        </p:nvSpPr>
        <p:spPr/>
        <p:txBody>
          <a:bodyPr/>
          <a:lstStyle/>
          <a:p>
            <a:fld id="{94142EF1-EA54-4F79-AC0D-52FB218E8263}" type="slidenum">
              <a:rPr lang="pt-BR" smtClean="0"/>
              <a:t>‹nº›</a:t>
            </a:fld>
            <a:endParaRPr lang="pt-BR"/>
          </a:p>
        </p:txBody>
      </p:sp>
    </p:spTree>
    <p:extLst>
      <p:ext uri="{BB962C8B-B14F-4D97-AF65-F5344CB8AC3E}">
        <p14:creationId xmlns:p14="http://schemas.microsoft.com/office/powerpoint/2010/main" val="1740746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Conteúdo Dup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AAF21E-FBFA-FFC7-403A-8942B3F0CA31}"/>
              </a:ext>
            </a:extLst>
          </p:cNvPr>
          <p:cNvSpPr>
            <a:spLocks noGrp="1"/>
          </p:cNvSpPr>
          <p:nvPr>
            <p:ph type="title"/>
          </p:nvPr>
        </p:nvSpPr>
        <p:spPr/>
        <p:txBody>
          <a:bodyPr/>
          <a:lstStyle/>
          <a:p>
            <a:r>
              <a:rPr lang="pt-PT"/>
              <a:t>Clique para editar o estilo de título do Modelo Global</a:t>
            </a:r>
            <a:endParaRPr lang="pt-BR"/>
          </a:p>
        </p:txBody>
      </p:sp>
      <p:sp>
        <p:nvSpPr>
          <p:cNvPr id="3" name="Marcador de Posição de Conteúdo 2">
            <a:extLst>
              <a:ext uri="{FF2B5EF4-FFF2-40B4-BE49-F238E27FC236}">
                <a16:creationId xmlns:a16="http://schemas.microsoft.com/office/drawing/2014/main" id="{AC337105-CF6D-6F37-154D-BABC583F3C19}"/>
              </a:ext>
            </a:extLst>
          </p:cNvPr>
          <p:cNvSpPr>
            <a:spLocks noGrp="1"/>
          </p:cNvSpPr>
          <p:nvPr>
            <p:ph sz="half" idx="1"/>
          </p:nvPr>
        </p:nvSpPr>
        <p:spPr>
          <a:xfrm>
            <a:off x="838200" y="1825625"/>
            <a:ext cx="5181600" cy="4351338"/>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pt-BR"/>
          </a:p>
        </p:txBody>
      </p:sp>
      <p:sp>
        <p:nvSpPr>
          <p:cNvPr id="4" name="Marcador de Posição de Conteúdo 3">
            <a:extLst>
              <a:ext uri="{FF2B5EF4-FFF2-40B4-BE49-F238E27FC236}">
                <a16:creationId xmlns:a16="http://schemas.microsoft.com/office/drawing/2014/main" id="{1DDBB2F6-8456-A933-E9E3-C92ED704BAA5}"/>
              </a:ext>
            </a:extLst>
          </p:cNvPr>
          <p:cNvSpPr>
            <a:spLocks noGrp="1"/>
          </p:cNvSpPr>
          <p:nvPr>
            <p:ph sz="half" idx="2"/>
          </p:nvPr>
        </p:nvSpPr>
        <p:spPr>
          <a:xfrm>
            <a:off x="6172200" y="1825625"/>
            <a:ext cx="5181600" cy="4351338"/>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pt-BR"/>
          </a:p>
        </p:txBody>
      </p:sp>
      <p:sp>
        <p:nvSpPr>
          <p:cNvPr id="5" name="Marcador de Posição da Data 4">
            <a:extLst>
              <a:ext uri="{FF2B5EF4-FFF2-40B4-BE49-F238E27FC236}">
                <a16:creationId xmlns:a16="http://schemas.microsoft.com/office/drawing/2014/main" id="{D116AE74-D2B1-CC4A-1ADF-7294E99253DA}"/>
              </a:ext>
            </a:extLst>
          </p:cNvPr>
          <p:cNvSpPr>
            <a:spLocks noGrp="1"/>
          </p:cNvSpPr>
          <p:nvPr>
            <p:ph type="dt" sz="half" idx="10"/>
          </p:nvPr>
        </p:nvSpPr>
        <p:spPr/>
        <p:txBody>
          <a:bodyPr/>
          <a:lstStyle/>
          <a:p>
            <a:fld id="{8E7D7EA7-158A-4599-81F5-DADE2143D3CC}" type="datetimeFigureOut">
              <a:rPr lang="pt-BR" smtClean="0"/>
              <a:t>28/07/2024</a:t>
            </a:fld>
            <a:endParaRPr lang="pt-BR"/>
          </a:p>
        </p:txBody>
      </p:sp>
      <p:sp>
        <p:nvSpPr>
          <p:cNvPr id="6" name="Marcador de Posição do Rodapé 5">
            <a:extLst>
              <a:ext uri="{FF2B5EF4-FFF2-40B4-BE49-F238E27FC236}">
                <a16:creationId xmlns:a16="http://schemas.microsoft.com/office/drawing/2014/main" id="{AC0CD4C6-539F-470F-82B9-08462CBD4D8D}"/>
              </a:ext>
            </a:extLst>
          </p:cNvPr>
          <p:cNvSpPr>
            <a:spLocks noGrp="1"/>
          </p:cNvSpPr>
          <p:nvPr>
            <p:ph type="ftr" sz="quarter" idx="11"/>
          </p:nvPr>
        </p:nvSpPr>
        <p:spPr/>
        <p:txBody>
          <a:bodyPr/>
          <a:lstStyle/>
          <a:p>
            <a:endParaRPr lang="pt-BR"/>
          </a:p>
        </p:txBody>
      </p:sp>
      <p:sp>
        <p:nvSpPr>
          <p:cNvPr id="7" name="Marcador de Posição do Número do Diapositivo 6">
            <a:extLst>
              <a:ext uri="{FF2B5EF4-FFF2-40B4-BE49-F238E27FC236}">
                <a16:creationId xmlns:a16="http://schemas.microsoft.com/office/drawing/2014/main" id="{EA8956A4-97B9-BE01-A70E-49F4079D42AC}"/>
              </a:ext>
            </a:extLst>
          </p:cNvPr>
          <p:cNvSpPr>
            <a:spLocks noGrp="1"/>
          </p:cNvSpPr>
          <p:nvPr>
            <p:ph type="sldNum" sz="quarter" idx="12"/>
          </p:nvPr>
        </p:nvSpPr>
        <p:spPr/>
        <p:txBody>
          <a:bodyPr/>
          <a:lstStyle/>
          <a:p>
            <a:fld id="{94142EF1-EA54-4F79-AC0D-52FB218E8263}" type="slidenum">
              <a:rPr lang="pt-BR" smtClean="0"/>
              <a:t>‹nº›</a:t>
            </a:fld>
            <a:endParaRPr lang="pt-BR"/>
          </a:p>
        </p:txBody>
      </p:sp>
    </p:spTree>
    <p:extLst>
      <p:ext uri="{BB962C8B-B14F-4D97-AF65-F5344CB8AC3E}">
        <p14:creationId xmlns:p14="http://schemas.microsoft.com/office/powerpoint/2010/main" val="267568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334299-4C0C-1D52-F3E6-AF8707F62040}"/>
              </a:ext>
            </a:extLst>
          </p:cNvPr>
          <p:cNvSpPr>
            <a:spLocks noGrp="1"/>
          </p:cNvSpPr>
          <p:nvPr>
            <p:ph type="title"/>
          </p:nvPr>
        </p:nvSpPr>
        <p:spPr>
          <a:xfrm>
            <a:off x="839788" y="365125"/>
            <a:ext cx="10515600" cy="1325563"/>
          </a:xfrm>
        </p:spPr>
        <p:txBody>
          <a:bodyPr/>
          <a:lstStyle/>
          <a:p>
            <a:r>
              <a:rPr lang="pt-PT"/>
              <a:t>Clique para editar o estilo de título do Modelo Global</a:t>
            </a:r>
            <a:endParaRPr lang="pt-BR"/>
          </a:p>
        </p:txBody>
      </p:sp>
      <p:sp>
        <p:nvSpPr>
          <p:cNvPr id="3" name="Marcador de Posição do Texto 2">
            <a:extLst>
              <a:ext uri="{FF2B5EF4-FFF2-40B4-BE49-F238E27FC236}">
                <a16:creationId xmlns:a16="http://schemas.microsoft.com/office/drawing/2014/main" id="{954145A5-BABE-8370-9259-9A6403E9F9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a:t>Clique para editar os estilos do texto de Modelo Global</a:t>
            </a:r>
          </a:p>
        </p:txBody>
      </p:sp>
      <p:sp>
        <p:nvSpPr>
          <p:cNvPr id="4" name="Marcador de Posição de Conteúdo 3">
            <a:extLst>
              <a:ext uri="{FF2B5EF4-FFF2-40B4-BE49-F238E27FC236}">
                <a16:creationId xmlns:a16="http://schemas.microsoft.com/office/drawing/2014/main" id="{D269FCDE-7443-5E07-5499-4FAA782BEE10}"/>
              </a:ext>
            </a:extLst>
          </p:cNvPr>
          <p:cNvSpPr>
            <a:spLocks noGrp="1"/>
          </p:cNvSpPr>
          <p:nvPr>
            <p:ph sz="half" idx="2"/>
          </p:nvPr>
        </p:nvSpPr>
        <p:spPr>
          <a:xfrm>
            <a:off x="839788" y="2505075"/>
            <a:ext cx="5157787" cy="3684588"/>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pt-BR"/>
          </a:p>
        </p:txBody>
      </p:sp>
      <p:sp>
        <p:nvSpPr>
          <p:cNvPr id="5" name="Marcador de Posição do Texto 4">
            <a:extLst>
              <a:ext uri="{FF2B5EF4-FFF2-40B4-BE49-F238E27FC236}">
                <a16:creationId xmlns:a16="http://schemas.microsoft.com/office/drawing/2014/main" id="{C31B8D28-D792-280D-7944-E84B4F3868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a:t>Clique para editar os estilos do texto de Modelo Global</a:t>
            </a:r>
          </a:p>
        </p:txBody>
      </p:sp>
      <p:sp>
        <p:nvSpPr>
          <p:cNvPr id="6" name="Marcador de Posição de Conteúdo 5">
            <a:extLst>
              <a:ext uri="{FF2B5EF4-FFF2-40B4-BE49-F238E27FC236}">
                <a16:creationId xmlns:a16="http://schemas.microsoft.com/office/drawing/2014/main" id="{C8A68B83-FF32-7B4B-FCE5-6B5D1CC6127A}"/>
              </a:ext>
            </a:extLst>
          </p:cNvPr>
          <p:cNvSpPr>
            <a:spLocks noGrp="1"/>
          </p:cNvSpPr>
          <p:nvPr>
            <p:ph sz="quarter" idx="4"/>
          </p:nvPr>
        </p:nvSpPr>
        <p:spPr>
          <a:xfrm>
            <a:off x="6172200" y="2505075"/>
            <a:ext cx="5183188" cy="3684588"/>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pt-BR"/>
          </a:p>
        </p:txBody>
      </p:sp>
      <p:sp>
        <p:nvSpPr>
          <p:cNvPr id="7" name="Marcador de Posição da Data 6">
            <a:extLst>
              <a:ext uri="{FF2B5EF4-FFF2-40B4-BE49-F238E27FC236}">
                <a16:creationId xmlns:a16="http://schemas.microsoft.com/office/drawing/2014/main" id="{0CBB4B06-D56E-8AA3-73A7-6B1298369E31}"/>
              </a:ext>
            </a:extLst>
          </p:cNvPr>
          <p:cNvSpPr>
            <a:spLocks noGrp="1"/>
          </p:cNvSpPr>
          <p:nvPr>
            <p:ph type="dt" sz="half" idx="10"/>
          </p:nvPr>
        </p:nvSpPr>
        <p:spPr/>
        <p:txBody>
          <a:bodyPr/>
          <a:lstStyle/>
          <a:p>
            <a:fld id="{8E7D7EA7-158A-4599-81F5-DADE2143D3CC}" type="datetimeFigureOut">
              <a:rPr lang="pt-BR" smtClean="0"/>
              <a:t>28/07/2024</a:t>
            </a:fld>
            <a:endParaRPr lang="pt-BR"/>
          </a:p>
        </p:txBody>
      </p:sp>
      <p:sp>
        <p:nvSpPr>
          <p:cNvPr id="8" name="Marcador de Posição do Rodapé 7">
            <a:extLst>
              <a:ext uri="{FF2B5EF4-FFF2-40B4-BE49-F238E27FC236}">
                <a16:creationId xmlns:a16="http://schemas.microsoft.com/office/drawing/2014/main" id="{46C59D2D-656C-4E57-A00C-BDFDB93F8F37}"/>
              </a:ext>
            </a:extLst>
          </p:cNvPr>
          <p:cNvSpPr>
            <a:spLocks noGrp="1"/>
          </p:cNvSpPr>
          <p:nvPr>
            <p:ph type="ftr" sz="quarter" idx="11"/>
          </p:nvPr>
        </p:nvSpPr>
        <p:spPr/>
        <p:txBody>
          <a:bodyPr/>
          <a:lstStyle/>
          <a:p>
            <a:endParaRPr lang="pt-BR"/>
          </a:p>
        </p:txBody>
      </p:sp>
      <p:sp>
        <p:nvSpPr>
          <p:cNvPr id="9" name="Marcador de Posição do Número do Diapositivo 8">
            <a:extLst>
              <a:ext uri="{FF2B5EF4-FFF2-40B4-BE49-F238E27FC236}">
                <a16:creationId xmlns:a16="http://schemas.microsoft.com/office/drawing/2014/main" id="{3FF86218-D291-66D3-6D8E-710C5F6AC7C6}"/>
              </a:ext>
            </a:extLst>
          </p:cNvPr>
          <p:cNvSpPr>
            <a:spLocks noGrp="1"/>
          </p:cNvSpPr>
          <p:nvPr>
            <p:ph type="sldNum" sz="quarter" idx="12"/>
          </p:nvPr>
        </p:nvSpPr>
        <p:spPr/>
        <p:txBody>
          <a:bodyPr/>
          <a:lstStyle/>
          <a:p>
            <a:fld id="{94142EF1-EA54-4F79-AC0D-52FB218E8263}" type="slidenum">
              <a:rPr lang="pt-BR" smtClean="0"/>
              <a:t>‹nº›</a:t>
            </a:fld>
            <a:endParaRPr lang="pt-BR"/>
          </a:p>
        </p:txBody>
      </p:sp>
    </p:spTree>
    <p:extLst>
      <p:ext uri="{BB962C8B-B14F-4D97-AF65-F5344CB8AC3E}">
        <p14:creationId xmlns:p14="http://schemas.microsoft.com/office/powerpoint/2010/main" val="388477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D78A3F-3BF9-1559-85C9-D6768CDF5B9A}"/>
              </a:ext>
            </a:extLst>
          </p:cNvPr>
          <p:cNvSpPr>
            <a:spLocks noGrp="1"/>
          </p:cNvSpPr>
          <p:nvPr>
            <p:ph type="title"/>
          </p:nvPr>
        </p:nvSpPr>
        <p:spPr/>
        <p:txBody>
          <a:bodyPr/>
          <a:lstStyle/>
          <a:p>
            <a:r>
              <a:rPr lang="pt-PT"/>
              <a:t>Clique para editar o estilo de título do Modelo Global</a:t>
            </a:r>
            <a:endParaRPr lang="pt-BR"/>
          </a:p>
        </p:txBody>
      </p:sp>
      <p:sp>
        <p:nvSpPr>
          <p:cNvPr id="3" name="Marcador de Posição da Data 2">
            <a:extLst>
              <a:ext uri="{FF2B5EF4-FFF2-40B4-BE49-F238E27FC236}">
                <a16:creationId xmlns:a16="http://schemas.microsoft.com/office/drawing/2014/main" id="{552C2E4D-8F3C-D540-BD05-3D0460845ED1}"/>
              </a:ext>
            </a:extLst>
          </p:cNvPr>
          <p:cNvSpPr>
            <a:spLocks noGrp="1"/>
          </p:cNvSpPr>
          <p:nvPr>
            <p:ph type="dt" sz="half" idx="10"/>
          </p:nvPr>
        </p:nvSpPr>
        <p:spPr/>
        <p:txBody>
          <a:bodyPr/>
          <a:lstStyle/>
          <a:p>
            <a:fld id="{8E7D7EA7-158A-4599-81F5-DADE2143D3CC}" type="datetimeFigureOut">
              <a:rPr lang="pt-BR" smtClean="0"/>
              <a:t>28/07/2024</a:t>
            </a:fld>
            <a:endParaRPr lang="pt-BR"/>
          </a:p>
        </p:txBody>
      </p:sp>
      <p:sp>
        <p:nvSpPr>
          <p:cNvPr id="4" name="Marcador de Posição do Rodapé 3">
            <a:extLst>
              <a:ext uri="{FF2B5EF4-FFF2-40B4-BE49-F238E27FC236}">
                <a16:creationId xmlns:a16="http://schemas.microsoft.com/office/drawing/2014/main" id="{7AC68CB5-8271-0736-7B54-ECC2BA49691D}"/>
              </a:ext>
            </a:extLst>
          </p:cNvPr>
          <p:cNvSpPr>
            <a:spLocks noGrp="1"/>
          </p:cNvSpPr>
          <p:nvPr>
            <p:ph type="ftr" sz="quarter" idx="11"/>
          </p:nvPr>
        </p:nvSpPr>
        <p:spPr/>
        <p:txBody>
          <a:bodyPr/>
          <a:lstStyle/>
          <a:p>
            <a:endParaRPr lang="pt-BR"/>
          </a:p>
        </p:txBody>
      </p:sp>
      <p:sp>
        <p:nvSpPr>
          <p:cNvPr id="5" name="Marcador de Posição do Número do Diapositivo 4">
            <a:extLst>
              <a:ext uri="{FF2B5EF4-FFF2-40B4-BE49-F238E27FC236}">
                <a16:creationId xmlns:a16="http://schemas.microsoft.com/office/drawing/2014/main" id="{40957FD5-749C-1D0E-0DCB-6528F788E302}"/>
              </a:ext>
            </a:extLst>
          </p:cNvPr>
          <p:cNvSpPr>
            <a:spLocks noGrp="1"/>
          </p:cNvSpPr>
          <p:nvPr>
            <p:ph type="sldNum" sz="quarter" idx="12"/>
          </p:nvPr>
        </p:nvSpPr>
        <p:spPr/>
        <p:txBody>
          <a:bodyPr/>
          <a:lstStyle/>
          <a:p>
            <a:fld id="{94142EF1-EA54-4F79-AC0D-52FB218E8263}" type="slidenum">
              <a:rPr lang="pt-BR" smtClean="0"/>
              <a:t>‹nº›</a:t>
            </a:fld>
            <a:endParaRPr lang="pt-BR"/>
          </a:p>
        </p:txBody>
      </p:sp>
    </p:spTree>
    <p:extLst>
      <p:ext uri="{BB962C8B-B14F-4D97-AF65-F5344CB8AC3E}">
        <p14:creationId xmlns:p14="http://schemas.microsoft.com/office/powerpoint/2010/main" val="36709515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Marcador de Posição da Data 1">
            <a:extLst>
              <a:ext uri="{FF2B5EF4-FFF2-40B4-BE49-F238E27FC236}">
                <a16:creationId xmlns:a16="http://schemas.microsoft.com/office/drawing/2014/main" id="{75ECCA86-3886-5FD1-5875-0E41F65ECE08}"/>
              </a:ext>
            </a:extLst>
          </p:cNvPr>
          <p:cNvSpPr>
            <a:spLocks noGrp="1"/>
          </p:cNvSpPr>
          <p:nvPr>
            <p:ph type="dt" sz="half" idx="10"/>
          </p:nvPr>
        </p:nvSpPr>
        <p:spPr/>
        <p:txBody>
          <a:bodyPr/>
          <a:lstStyle/>
          <a:p>
            <a:fld id="{8E7D7EA7-158A-4599-81F5-DADE2143D3CC}" type="datetimeFigureOut">
              <a:rPr lang="pt-BR" smtClean="0"/>
              <a:t>28/07/2024</a:t>
            </a:fld>
            <a:endParaRPr lang="pt-BR"/>
          </a:p>
        </p:txBody>
      </p:sp>
      <p:sp>
        <p:nvSpPr>
          <p:cNvPr id="3" name="Marcador de Posição do Rodapé 2">
            <a:extLst>
              <a:ext uri="{FF2B5EF4-FFF2-40B4-BE49-F238E27FC236}">
                <a16:creationId xmlns:a16="http://schemas.microsoft.com/office/drawing/2014/main" id="{3A4465A0-EF25-0E0D-D985-A624074B5AE7}"/>
              </a:ext>
            </a:extLst>
          </p:cNvPr>
          <p:cNvSpPr>
            <a:spLocks noGrp="1"/>
          </p:cNvSpPr>
          <p:nvPr>
            <p:ph type="ftr" sz="quarter" idx="11"/>
          </p:nvPr>
        </p:nvSpPr>
        <p:spPr/>
        <p:txBody>
          <a:bodyPr/>
          <a:lstStyle/>
          <a:p>
            <a:endParaRPr lang="pt-BR"/>
          </a:p>
        </p:txBody>
      </p:sp>
      <p:sp>
        <p:nvSpPr>
          <p:cNvPr id="4" name="Marcador de Posição do Número do Diapositivo 3">
            <a:extLst>
              <a:ext uri="{FF2B5EF4-FFF2-40B4-BE49-F238E27FC236}">
                <a16:creationId xmlns:a16="http://schemas.microsoft.com/office/drawing/2014/main" id="{A37322B5-094B-3051-E743-6E4A74B649FE}"/>
              </a:ext>
            </a:extLst>
          </p:cNvPr>
          <p:cNvSpPr>
            <a:spLocks noGrp="1"/>
          </p:cNvSpPr>
          <p:nvPr>
            <p:ph type="sldNum" sz="quarter" idx="12"/>
          </p:nvPr>
        </p:nvSpPr>
        <p:spPr/>
        <p:txBody>
          <a:bodyPr/>
          <a:lstStyle/>
          <a:p>
            <a:fld id="{94142EF1-EA54-4F79-AC0D-52FB218E8263}" type="slidenum">
              <a:rPr lang="pt-BR" smtClean="0"/>
              <a:t>‹nº›</a:t>
            </a:fld>
            <a:endParaRPr lang="pt-BR"/>
          </a:p>
        </p:txBody>
      </p:sp>
    </p:spTree>
    <p:extLst>
      <p:ext uri="{BB962C8B-B14F-4D97-AF65-F5344CB8AC3E}">
        <p14:creationId xmlns:p14="http://schemas.microsoft.com/office/powerpoint/2010/main" val="22216488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FA178D-1794-5D7E-2B28-2E33912CA0BD}"/>
              </a:ext>
            </a:extLst>
          </p:cNvPr>
          <p:cNvSpPr>
            <a:spLocks noGrp="1"/>
          </p:cNvSpPr>
          <p:nvPr>
            <p:ph type="title"/>
          </p:nvPr>
        </p:nvSpPr>
        <p:spPr>
          <a:xfrm>
            <a:off x="839788" y="457200"/>
            <a:ext cx="3932237" cy="1600200"/>
          </a:xfrm>
        </p:spPr>
        <p:txBody>
          <a:bodyPr anchor="b"/>
          <a:lstStyle>
            <a:lvl1pPr>
              <a:defRPr sz="3200"/>
            </a:lvl1pPr>
          </a:lstStyle>
          <a:p>
            <a:r>
              <a:rPr lang="pt-PT"/>
              <a:t>Clique para editar o estilo de título do Modelo Global</a:t>
            </a:r>
            <a:endParaRPr lang="pt-BR"/>
          </a:p>
        </p:txBody>
      </p:sp>
      <p:sp>
        <p:nvSpPr>
          <p:cNvPr id="3" name="Marcador de Posição de Conteúdo 2">
            <a:extLst>
              <a:ext uri="{FF2B5EF4-FFF2-40B4-BE49-F238E27FC236}">
                <a16:creationId xmlns:a16="http://schemas.microsoft.com/office/drawing/2014/main" id="{842F9E84-63D5-56E0-ACF8-5A338121EA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pt-BR"/>
          </a:p>
        </p:txBody>
      </p:sp>
      <p:sp>
        <p:nvSpPr>
          <p:cNvPr id="4" name="Marcador de Posição do Texto 3">
            <a:extLst>
              <a:ext uri="{FF2B5EF4-FFF2-40B4-BE49-F238E27FC236}">
                <a16:creationId xmlns:a16="http://schemas.microsoft.com/office/drawing/2014/main" id="{21A61182-AEFD-1E13-9629-C30052F984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PT"/>
              <a:t>Clique para editar os estilos do texto de Modelo Global</a:t>
            </a:r>
          </a:p>
        </p:txBody>
      </p:sp>
      <p:sp>
        <p:nvSpPr>
          <p:cNvPr id="5" name="Marcador de Posição da Data 4">
            <a:extLst>
              <a:ext uri="{FF2B5EF4-FFF2-40B4-BE49-F238E27FC236}">
                <a16:creationId xmlns:a16="http://schemas.microsoft.com/office/drawing/2014/main" id="{7420D353-FDE1-50A1-028A-419249A9D2D3}"/>
              </a:ext>
            </a:extLst>
          </p:cNvPr>
          <p:cNvSpPr>
            <a:spLocks noGrp="1"/>
          </p:cNvSpPr>
          <p:nvPr>
            <p:ph type="dt" sz="half" idx="10"/>
          </p:nvPr>
        </p:nvSpPr>
        <p:spPr/>
        <p:txBody>
          <a:bodyPr/>
          <a:lstStyle/>
          <a:p>
            <a:fld id="{8E7D7EA7-158A-4599-81F5-DADE2143D3CC}" type="datetimeFigureOut">
              <a:rPr lang="pt-BR" smtClean="0"/>
              <a:t>28/07/2024</a:t>
            </a:fld>
            <a:endParaRPr lang="pt-BR"/>
          </a:p>
        </p:txBody>
      </p:sp>
      <p:sp>
        <p:nvSpPr>
          <p:cNvPr id="6" name="Marcador de Posição do Rodapé 5">
            <a:extLst>
              <a:ext uri="{FF2B5EF4-FFF2-40B4-BE49-F238E27FC236}">
                <a16:creationId xmlns:a16="http://schemas.microsoft.com/office/drawing/2014/main" id="{8033DCA6-FB70-A5E6-0352-2B569E568216}"/>
              </a:ext>
            </a:extLst>
          </p:cNvPr>
          <p:cNvSpPr>
            <a:spLocks noGrp="1"/>
          </p:cNvSpPr>
          <p:nvPr>
            <p:ph type="ftr" sz="quarter" idx="11"/>
          </p:nvPr>
        </p:nvSpPr>
        <p:spPr/>
        <p:txBody>
          <a:bodyPr/>
          <a:lstStyle/>
          <a:p>
            <a:endParaRPr lang="pt-BR"/>
          </a:p>
        </p:txBody>
      </p:sp>
      <p:sp>
        <p:nvSpPr>
          <p:cNvPr id="7" name="Marcador de Posição do Número do Diapositivo 6">
            <a:extLst>
              <a:ext uri="{FF2B5EF4-FFF2-40B4-BE49-F238E27FC236}">
                <a16:creationId xmlns:a16="http://schemas.microsoft.com/office/drawing/2014/main" id="{A9C400F4-C002-6E02-4629-1C7B48D89621}"/>
              </a:ext>
            </a:extLst>
          </p:cNvPr>
          <p:cNvSpPr>
            <a:spLocks noGrp="1"/>
          </p:cNvSpPr>
          <p:nvPr>
            <p:ph type="sldNum" sz="quarter" idx="12"/>
          </p:nvPr>
        </p:nvSpPr>
        <p:spPr/>
        <p:txBody>
          <a:bodyPr/>
          <a:lstStyle/>
          <a:p>
            <a:fld id="{94142EF1-EA54-4F79-AC0D-52FB218E8263}" type="slidenum">
              <a:rPr lang="pt-BR" smtClean="0"/>
              <a:t>‹nº›</a:t>
            </a:fld>
            <a:endParaRPr lang="pt-BR"/>
          </a:p>
        </p:txBody>
      </p:sp>
    </p:spTree>
    <p:extLst>
      <p:ext uri="{BB962C8B-B14F-4D97-AF65-F5344CB8AC3E}">
        <p14:creationId xmlns:p14="http://schemas.microsoft.com/office/powerpoint/2010/main" val="8036636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FE2ABF-B207-28AA-1C54-016623147EE4}"/>
              </a:ext>
            </a:extLst>
          </p:cNvPr>
          <p:cNvSpPr>
            <a:spLocks noGrp="1"/>
          </p:cNvSpPr>
          <p:nvPr>
            <p:ph type="title"/>
          </p:nvPr>
        </p:nvSpPr>
        <p:spPr>
          <a:xfrm>
            <a:off x="839788" y="457200"/>
            <a:ext cx="3932237" cy="1600200"/>
          </a:xfrm>
        </p:spPr>
        <p:txBody>
          <a:bodyPr anchor="b"/>
          <a:lstStyle>
            <a:lvl1pPr>
              <a:defRPr sz="3200"/>
            </a:lvl1pPr>
          </a:lstStyle>
          <a:p>
            <a:r>
              <a:rPr lang="pt-PT"/>
              <a:t>Clique para editar o estilo de título do Modelo Global</a:t>
            </a:r>
            <a:endParaRPr lang="pt-BR"/>
          </a:p>
        </p:txBody>
      </p:sp>
      <p:sp>
        <p:nvSpPr>
          <p:cNvPr id="3" name="Marcador de Posição da Imagem 2">
            <a:extLst>
              <a:ext uri="{FF2B5EF4-FFF2-40B4-BE49-F238E27FC236}">
                <a16:creationId xmlns:a16="http://schemas.microsoft.com/office/drawing/2014/main" id="{D42828DA-55FA-D60F-0CE4-95FCF9FAA4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Marcador de Posição do Texto 3">
            <a:extLst>
              <a:ext uri="{FF2B5EF4-FFF2-40B4-BE49-F238E27FC236}">
                <a16:creationId xmlns:a16="http://schemas.microsoft.com/office/drawing/2014/main" id="{725FDD20-333E-F780-81C4-45B4AEE594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PT"/>
              <a:t>Clique para editar os estilos do texto de Modelo Global</a:t>
            </a:r>
          </a:p>
        </p:txBody>
      </p:sp>
      <p:sp>
        <p:nvSpPr>
          <p:cNvPr id="5" name="Marcador de Posição da Data 4">
            <a:extLst>
              <a:ext uri="{FF2B5EF4-FFF2-40B4-BE49-F238E27FC236}">
                <a16:creationId xmlns:a16="http://schemas.microsoft.com/office/drawing/2014/main" id="{42C03A59-6329-00F6-75B9-866189EC285E}"/>
              </a:ext>
            </a:extLst>
          </p:cNvPr>
          <p:cNvSpPr>
            <a:spLocks noGrp="1"/>
          </p:cNvSpPr>
          <p:nvPr>
            <p:ph type="dt" sz="half" idx="10"/>
          </p:nvPr>
        </p:nvSpPr>
        <p:spPr/>
        <p:txBody>
          <a:bodyPr/>
          <a:lstStyle/>
          <a:p>
            <a:fld id="{8E7D7EA7-158A-4599-81F5-DADE2143D3CC}" type="datetimeFigureOut">
              <a:rPr lang="pt-BR" smtClean="0"/>
              <a:t>28/07/2024</a:t>
            </a:fld>
            <a:endParaRPr lang="pt-BR"/>
          </a:p>
        </p:txBody>
      </p:sp>
      <p:sp>
        <p:nvSpPr>
          <p:cNvPr id="6" name="Marcador de Posição do Rodapé 5">
            <a:extLst>
              <a:ext uri="{FF2B5EF4-FFF2-40B4-BE49-F238E27FC236}">
                <a16:creationId xmlns:a16="http://schemas.microsoft.com/office/drawing/2014/main" id="{F7159092-6C7C-1923-18AE-E99EABB9B3C7}"/>
              </a:ext>
            </a:extLst>
          </p:cNvPr>
          <p:cNvSpPr>
            <a:spLocks noGrp="1"/>
          </p:cNvSpPr>
          <p:nvPr>
            <p:ph type="ftr" sz="quarter" idx="11"/>
          </p:nvPr>
        </p:nvSpPr>
        <p:spPr/>
        <p:txBody>
          <a:bodyPr/>
          <a:lstStyle/>
          <a:p>
            <a:endParaRPr lang="pt-BR"/>
          </a:p>
        </p:txBody>
      </p:sp>
      <p:sp>
        <p:nvSpPr>
          <p:cNvPr id="7" name="Marcador de Posição do Número do Diapositivo 6">
            <a:extLst>
              <a:ext uri="{FF2B5EF4-FFF2-40B4-BE49-F238E27FC236}">
                <a16:creationId xmlns:a16="http://schemas.microsoft.com/office/drawing/2014/main" id="{19DA0C24-A6E1-78EA-1CDE-24511412A8C8}"/>
              </a:ext>
            </a:extLst>
          </p:cNvPr>
          <p:cNvSpPr>
            <a:spLocks noGrp="1"/>
          </p:cNvSpPr>
          <p:nvPr>
            <p:ph type="sldNum" sz="quarter" idx="12"/>
          </p:nvPr>
        </p:nvSpPr>
        <p:spPr/>
        <p:txBody>
          <a:bodyPr/>
          <a:lstStyle/>
          <a:p>
            <a:fld id="{94142EF1-EA54-4F79-AC0D-52FB218E8263}" type="slidenum">
              <a:rPr lang="pt-BR" smtClean="0"/>
              <a:t>‹nº›</a:t>
            </a:fld>
            <a:endParaRPr lang="pt-BR"/>
          </a:p>
        </p:txBody>
      </p:sp>
    </p:spTree>
    <p:extLst>
      <p:ext uri="{BB962C8B-B14F-4D97-AF65-F5344CB8AC3E}">
        <p14:creationId xmlns:p14="http://schemas.microsoft.com/office/powerpoint/2010/main" val="1931131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0E7605-CEFF-1A33-CB06-C266D5CBC4CC}"/>
              </a:ext>
            </a:extLst>
          </p:cNvPr>
          <p:cNvSpPr>
            <a:spLocks noGrp="1"/>
          </p:cNvSpPr>
          <p:nvPr>
            <p:ph type="title"/>
          </p:nvPr>
        </p:nvSpPr>
        <p:spPr/>
        <p:txBody>
          <a:bodyPr/>
          <a:lstStyle/>
          <a:p>
            <a:r>
              <a:rPr lang="pt-PT"/>
              <a:t>Clique para editar o estilo de título do Modelo Global</a:t>
            </a:r>
            <a:endParaRPr lang="pt-BR"/>
          </a:p>
        </p:txBody>
      </p:sp>
      <p:sp>
        <p:nvSpPr>
          <p:cNvPr id="3" name="Marcador de Posição de Texto Vertical 2">
            <a:extLst>
              <a:ext uri="{FF2B5EF4-FFF2-40B4-BE49-F238E27FC236}">
                <a16:creationId xmlns:a16="http://schemas.microsoft.com/office/drawing/2014/main" id="{B9FB1229-9B60-F03C-0889-1CD4C46A3045}"/>
              </a:ext>
            </a:extLst>
          </p:cNvPr>
          <p:cNvSpPr>
            <a:spLocks noGrp="1"/>
          </p:cNvSpPr>
          <p:nvPr>
            <p:ph type="body" orient="vert" idx="1"/>
          </p:nvPr>
        </p:nvSpPr>
        <p:spPr/>
        <p:txBody>
          <a:bodyPr vert="eaVert"/>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pt-BR"/>
          </a:p>
        </p:txBody>
      </p:sp>
      <p:sp>
        <p:nvSpPr>
          <p:cNvPr id="4" name="Marcador de Posição da Data 3">
            <a:extLst>
              <a:ext uri="{FF2B5EF4-FFF2-40B4-BE49-F238E27FC236}">
                <a16:creationId xmlns:a16="http://schemas.microsoft.com/office/drawing/2014/main" id="{91A665ED-8327-13D3-32CA-6187C2999BA0}"/>
              </a:ext>
            </a:extLst>
          </p:cNvPr>
          <p:cNvSpPr>
            <a:spLocks noGrp="1"/>
          </p:cNvSpPr>
          <p:nvPr>
            <p:ph type="dt" sz="half" idx="10"/>
          </p:nvPr>
        </p:nvSpPr>
        <p:spPr/>
        <p:txBody>
          <a:bodyPr/>
          <a:lstStyle/>
          <a:p>
            <a:fld id="{8E7D7EA7-158A-4599-81F5-DADE2143D3CC}" type="datetimeFigureOut">
              <a:rPr lang="pt-BR" smtClean="0"/>
              <a:t>28/07/2024</a:t>
            </a:fld>
            <a:endParaRPr lang="pt-BR"/>
          </a:p>
        </p:txBody>
      </p:sp>
      <p:sp>
        <p:nvSpPr>
          <p:cNvPr id="5" name="Marcador de Posição do Rodapé 4">
            <a:extLst>
              <a:ext uri="{FF2B5EF4-FFF2-40B4-BE49-F238E27FC236}">
                <a16:creationId xmlns:a16="http://schemas.microsoft.com/office/drawing/2014/main" id="{AE9CDDEF-CEE9-EB2D-DF3B-BD0A1CB44B22}"/>
              </a:ext>
            </a:extLst>
          </p:cNvPr>
          <p:cNvSpPr>
            <a:spLocks noGrp="1"/>
          </p:cNvSpPr>
          <p:nvPr>
            <p:ph type="ftr" sz="quarter" idx="11"/>
          </p:nvPr>
        </p:nvSpPr>
        <p:spPr/>
        <p:txBody>
          <a:bodyPr/>
          <a:lstStyle/>
          <a:p>
            <a:endParaRPr lang="pt-BR"/>
          </a:p>
        </p:txBody>
      </p:sp>
      <p:sp>
        <p:nvSpPr>
          <p:cNvPr id="6" name="Marcador de Posição do Número do Diapositivo 5">
            <a:extLst>
              <a:ext uri="{FF2B5EF4-FFF2-40B4-BE49-F238E27FC236}">
                <a16:creationId xmlns:a16="http://schemas.microsoft.com/office/drawing/2014/main" id="{252C52EB-31E8-1D3C-BB2B-833B7CDB1E54}"/>
              </a:ext>
            </a:extLst>
          </p:cNvPr>
          <p:cNvSpPr>
            <a:spLocks noGrp="1"/>
          </p:cNvSpPr>
          <p:nvPr>
            <p:ph type="sldNum" sz="quarter" idx="12"/>
          </p:nvPr>
        </p:nvSpPr>
        <p:spPr/>
        <p:txBody>
          <a:bodyPr/>
          <a:lstStyle/>
          <a:p>
            <a:fld id="{94142EF1-EA54-4F79-AC0D-52FB218E8263}" type="slidenum">
              <a:rPr lang="pt-BR" smtClean="0"/>
              <a:t>‹nº›</a:t>
            </a:fld>
            <a:endParaRPr lang="pt-BR"/>
          </a:p>
        </p:txBody>
      </p:sp>
    </p:spTree>
    <p:extLst>
      <p:ext uri="{BB962C8B-B14F-4D97-AF65-F5344CB8AC3E}">
        <p14:creationId xmlns:p14="http://schemas.microsoft.com/office/powerpoint/2010/main" val="8601698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e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E58674D-0AD7-0EF3-8A8F-10B52D682235}"/>
              </a:ext>
            </a:extLst>
          </p:cNvPr>
          <p:cNvSpPr>
            <a:spLocks noGrp="1"/>
          </p:cNvSpPr>
          <p:nvPr>
            <p:ph type="title" orient="vert"/>
          </p:nvPr>
        </p:nvSpPr>
        <p:spPr>
          <a:xfrm>
            <a:off x="8724900" y="365125"/>
            <a:ext cx="2628900" cy="5811838"/>
          </a:xfrm>
        </p:spPr>
        <p:txBody>
          <a:bodyPr vert="eaVert"/>
          <a:lstStyle/>
          <a:p>
            <a:r>
              <a:rPr lang="pt-PT"/>
              <a:t>Clique para editar o estilo de título do Modelo Global</a:t>
            </a:r>
            <a:endParaRPr lang="pt-BR"/>
          </a:p>
        </p:txBody>
      </p:sp>
      <p:sp>
        <p:nvSpPr>
          <p:cNvPr id="3" name="Marcador de Posição de Texto Vertical 2">
            <a:extLst>
              <a:ext uri="{FF2B5EF4-FFF2-40B4-BE49-F238E27FC236}">
                <a16:creationId xmlns:a16="http://schemas.microsoft.com/office/drawing/2014/main" id="{F1F534E0-3845-81C2-B140-B41B8E3F27A9}"/>
              </a:ext>
            </a:extLst>
          </p:cNvPr>
          <p:cNvSpPr>
            <a:spLocks noGrp="1"/>
          </p:cNvSpPr>
          <p:nvPr>
            <p:ph type="body" orient="vert" idx="1"/>
          </p:nvPr>
        </p:nvSpPr>
        <p:spPr>
          <a:xfrm>
            <a:off x="838200" y="365125"/>
            <a:ext cx="7734300" cy="5811838"/>
          </a:xfrm>
        </p:spPr>
        <p:txBody>
          <a:bodyPr vert="eaVert"/>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pt-BR"/>
          </a:p>
        </p:txBody>
      </p:sp>
      <p:sp>
        <p:nvSpPr>
          <p:cNvPr id="4" name="Marcador de Posição da Data 3">
            <a:extLst>
              <a:ext uri="{FF2B5EF4-FFF2-40B4-BE49-F238E27FC236}">
                <a16:creationId xmlns:a16="http://schemas.microsoft.com/office/drawing/2014/main" id="{3D64683D-51D3-462E-B949-B7EBA3375076}"/>
              </a:ext>
            </a:extLst>
          </p:cNvPr>
          <p:cNvSpPr>
            <a:spLocks noGrp="1"/>
          </p:cNvSpPr>
          <p:nvPr>
            <p:ph type="dt" sz="half" idx="10"/>
          </p:nvPr>
        </p:nvSpPr>
        <p:spPr/>
        <p:txBody>
          <a:bodyPr/>
          <a:lstStyle/>
          <a:p>
            <a:fld id="{8E7D7EA7-158A-4599-81F5-DADE2143D3CC}" type="datetimeFigureOut">
              <a:rPr lang="pt-BR" smtClean="0"/>
              <a:t>28/07/2024</a:t>
            </a:fld>
            <a:endParaRPr lang="pt-BR"/>
          </a:p>
        </p:txBody>
      </p:sp>
      <p:sp>
        <p:nvSpPr>
          <p:cNvPr id="5" name="Marcador de Posição do Rodapé 4">
            <a:extLst>
              <a:ext uri="{FF2B5EF4-FFF2-40B4-BE49-F238E27FC236}">
                <a16:creationId xmlns:a16="http://schemas.microsoft.com/office/drawing/2014/main" id="{83160A7C-D8EA-53A9-917B-7AC065DCD721}"/>
              </a:ext>
            </a:extLst>
          </p:cNvPr>
          <p:cNvSpPr>
            <a:spLocks noGrp="1"/>
          </p:cNvSpPr>
          <p:nvPr>
            <p:ph type="ftr" sz="quarter" idx="11"/>
          </p:nvPr>
        </p:nvSpPr>
        <p:spPr/>
        <p:txBody>
          <a:bodyPr/>
          <a:lstStyle/>
          <a:p>
            <a:endParaRPr lang="pt-BR"/>
          </a:p>
        </p:txBody>
      </p:sp>
      <p:sp>
        <p:nvSpPr>
          <p:cNvPr id="6" name="Marcador de Posição do Número do Diapositivo 5">
            <a:extLst>
              <a:ext uri="{FF2B5EF4-FFF2-40B4-BE49-F238E27FC236}">
                <a16:creationId xmlns:a16="http://schemas.microsoft.com/office/drawing/2014/main" id="{B502199F-DFBE-DAE0-F2EB-704B1C718AD3}"/>
              </a:ext>
            </a:extLst>
          </p:cNvPr>
          <p:cNvSpPr>
            <a:spLocks noGrp="1"/>
          </p:cNvSpPr>
          <p:nvPr>
            <p:ph type="sldNum" sz="quarter" idx="12"/>
          </p:nvPr>
        </p:nvSpPr>
        <p:spPr/>
        <p:txBody>
          <a:bodyPr/>
          <a:lstStyle/>
          <a:p>
            <a:fld id="{94142EF1-EA54-4F79-AC0D-52FB218E8263}" type="slidenum">
              <a:rPr lang="pt-BR" smtClean="0"/>
              <a:t>‹nº›</a:t>
            </a:fld>
            <a:endParaRPr lang="pt-BR"/>
          </a:p>
        </p:txBody>
      </p:sp>
    </p:spTree>
    <p:extLst>
      <p:ext uri="{BB962C8B-B14F-4D97-AF65-F5344CB8AC3E}">
        <p14:creationId xmlns:p14="http://schemas.microsoft.com/office/powerpoint/2010/main" val="21758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Título 1">
            <a:extLst>
              <a:ext uri="{FF2B5EF4-FFF2-40B4-BE49-F238E27FC236}">
                <a16:creationId xmlns:a16="http://schemas.microsoft.com/office/drawing/2014/main" id="{4850C2B7-3714-7BA5-F203-2086C59002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PT"/>
              <a:t>Clique para editar o estilo de título do Modelo Global</a:t>
            </a:r>
            <a:endParaRPr lang="pt-BR"/>
          </a:p>
        </p:txBody>
      </p:sp>
      <p:sp>
        <p:nvSpPr>
          <p:cNvPr id="3" name="Marcador de Posição do Texto 2">
            <a:extLst>
              <a:ext uri="{FF2B5EF4-FFF2-40B4-BE49-F238E27FC236}">
                <a16:creationId xmlns:a16="http://schemas.microsoft.com/office/drawing/2014/main" id="{4EA1A7BD-A3B7-71FD-5463-BA8A3F66CB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pt-BR"/>
          </a:p>
        </p:txBody>
      </p:sp>
      <p:sp>
        <p:nvSpPr>
          <p:cNvPr id="4" name="Marcador de Posição da Data 3">
            <a:extLst>
              <a:ext uri="{FF2B5EF4-FFF2-40B4-BE49-F238E27FC236}">
                <a16:creationId xmlns:a16="http://schemas.microsoft.com/office/drawing/2014/main" id="{BDDBC135-E00E-33C5-9540-D9EC265440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7D7EA7-158A-4599-81F5-DADE2143D3CC}" type="datetimeFigureOut">
              <a:rPr lang="pt-BR" smtClean="0"/>
              <a:t>28/07/2024</a:t>
            </a:fld>
            <a:endParaRPr lang="pt-BR"/>
          </a:p>
        </p:txBody>
      </p:sp>
      <p:sp>
        <p:nvSpPr>
          <p:cNvPr id="5" name="Marcador de Posição do Rodapé 4">
            <a:extLst>
              <a:ext uri="{FF2B5EF4-FFF2-40B4-BE49-F238E27FC236}">
                <a16:creationId xmlns:a16="http://schemas.microsoft.com/office/drawing/2014/main" id="{7066AD76-8E51-98CD-3C55-F5640C2AB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Marcador de Posição do Número do Diapositivo 5">
            <a:extLst>
              <a:ext uri="{FF2B5EF4-FFF2-40B4-BE49-F238E27FC236}">
                <a16:creationId xmlns:a16="http://schemas.microsoft.com/office/drawing/2014/main" id="{F8E60B46-9EF9-501B-E797-7A94AD8D7D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142EF1-EA54-4F79-AC0D-52FB218E8263}" type="slidenum">
              <a:rPr lang="pt-BR" smtClean="0"/>
              <a:t>‹nº›</a:t>
            </a:fld>
            <a:endParaRPr lang="pt-BR"/>
          </a:p>
        </p:txBody>
      </p:sp>
    </p:spTree>
    <p:extLst>
      <p:ext uri="{BB962C8B-B14F-4D97-AF65-F5344CB8AC3E}">
        <p14:creationId xmlns:p14="http://schemas.microsoft.com/office/powerpoint/2010/main" val="31742525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6" name="Imagem 5">
            <a:extLst>
              <a:ext uri="{FF2B5EF4-FFF2-40B4-BE49-F238E27FC236}">
                <a16:creationId xmlns:a16="http://schemas.microsoft.com/office/drawing/2014/main" id="{4A7EAD9B-E514-33D8-42A8-469CD91B0E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2823" y="0"/>
            <a:ext cx="11454902" cy="6858000"/>
          </a:xfrm>
          <a:prstGeom prst="rect">
            <a:avLst/>
          </a:prstGeom>
        </p:spPr>
      </p:pic>
      <p:sp>
        <p:nvSpPr>
          <p:cNvPr id="4" name="CaixaDeTexto 3">
            <a:extLst>
              <a:ext uri="{FF2B5EF4-FFF2-40B4-BE49-F238E27FC236}">
                <a16:creationId xmlns:a16="http://schemas.microsoft.com/office/drawing/2014/main" id="{A95895F8-622D-8F88-B2D5-ADF51BBC22D6}"/>
              </a:ext>
            </a:extLst>
          </p:cNvPr>
          <p:cNvSpPr txBox="1"/>
          <p:nvPr/>
        </p:nvSpPr>
        <p:spPr>
          <a:xfrm>
            <a:off x="1129543" y="377067"/>
            <a:ext cx="6690482" cy="4154984"/>
          </a:xfrm>
          <a:prstGeom prst="rect">
            <a:avLst/>
          </a:prstGeom>
          <a:noFill/>
          <a:ln>
            <a:solidFill>
              <a:schemeClr val="bg1"/>
            </a:solidFill>
          </a:ln>
          <a:effectLst>
            <a:softEdge rad="228600"/>
          </a:effectLst>
        </p:spPr>
        <p:txBody>
          <a:bodyPr wrap="square" rtlCol="0">
            <a:spAutoFit/>
          </a:bodyPr>
          <a:lstStyle/>
          <a:p>
            <a:r>
              <a:rPr lang="pt-BR" sz="8800" dirty="0">
                <a:ln w="25400">
                  <a:solidFill>
                    <a:schemeClr val="bg1"/>
                  </a:solidFill>
                </a:ln>
                <a:noFill/>
                <a:latin typeface="Dubai" panose="020B0503030403030204" pitchFamily="34" charset="-78"/>
                <a:ea typeface="Cambria" panose="02040503050406030204" pitchFamily="18" charset="0"/>
                <a:cs typeface="Dubai" panose="020B0503030403030204" pitchFamily="34" charset="-78"/>
              </a:rPr>
              <a:t>AUGUSTO DOS</a:t>
            </a:r>
          </a:p>
          <a:p>
            <a:r>
              <a:rPr lang="pt-BR" sz="8800" dirty="0">
                <a:ln w="25400">
                  <a:solidFill>
                    <a:schemeClr val="bg1"/>
                  </a:solidFill>
                </a:ln>
                <a:noFill/>
                <a:latin typeface="Dubai" panose="020B0503030403030204" pitchFamily="34" charset="-78"/>
                <a:ea typeface="Cambria" panose="02040503050406030204" pitchFamily="18" charset="0"/>
                <a:cs typeface="Dubai" panose="020B0503030403030204" pitchFamily="34" charset="-78"/>
              </a:rPr>
              <a:t>ANJOS</a:t>
            </a:r>
          </a:p>
        </p:txBody>
      </p:sp>
    </p:spTree>
    <p:extLst>
      <p:ext uri="{BB962C8B-B14F-4D97-AF65-F5344CB8AC3E}">
        <p14:creationId xmlns:p14="http://schemas.microsoft.com/office/powerpoint/2010/main" val="14758128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tângulo: Cantos Arredondados 4">
            <a:extLst>
              <a:ext uri="{FF2B5EF4-FFF2-40B4-BE49-F238E27FC236}">
                <a16:creationId xmlns:a16="http://schemas.microsoft.com/office/drawing/2014/main" id="{BC7F087A-4887-22DA-DA54-190FB7960DED}"/>
              </a:ext>
            </a:extLst>
          </p:cNvPr>
          <p:cNvSpPr/>
          <p:nvPr/>
        </p:nvSpPr>
        <p:spPr>
          <a:xfrm>
            <a:off x="1978159" y="1432719"/>
            <a:ext cx="8020049" cy="4834731"/>
          </a:xfrm>
          <a:prstGeom prst="roundRect">
            <a:avLst>
              <a:gd name="adj" fmla="val 2006"/>
            </a:avLst>
          </a:prstGeom>
          <a:solidFill>
            <a:schemeClr val="bg1"/>
          </a:solidFill>
          <a:effectLst>
            <a:outerShdw sx="1000" sy="1000" algn="ctr" rotWithShape="0">
              <a:schemeClr val="bg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Retângulo: Cantos Arredondados 3">
            <a:extLst>
              <a:ext uri="{FF2B5EF4-FFF2-40B4-BE49-F238E27FC236}">
                <a16:creationId xmlns:a16="http://schemas.microsoft.com/office/drawing/2014/main" id="{7C837A53-E9B3-ED97-2D94-2DEBA2EC0E99}"/>
              </a:ext>
            </a:extLst>
          </p:cNvPr>
          <p:cNvSpPr/>
          <p:nvPr/>
        </p:nvSpPr>
        <p:spPr>
          <a:xfrm>
            <a:off x="1981200" y="220662"/>
            <a:ext cx="8020050" cy="10096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 name="Título 1">
            <a:extLst>
              <a:ext uri="{FF2B5EF4-FFF2-40B4-BE49-F238E27FC236}">
                <a16:creationId xmlns:a16="http://schemas.microsoft.com/office/drawing/2014/main" id="{35D649E0-8EFA-8D97-8DEB-743AD2839C64}"/>
              </a:ext>
            </a:extLst>
          </p:cNvPr>
          <p:cNvSpPr>
            <a:spLocks noGrp="1"/>
          </p:cNvSpPr>
          <p:nvPr>
            <p:ph type="title"/>
          </p:nvPr>
        </p:nvSpPr>
        <p:spPr>
          <a:xfrm>
            <a:off x="3795712" y="107156"/>
            <a:ext cx="4600575" cy="1325563"/>
          </a:xfrm>
          <a:noFill/>
        </p:spPr>
        <p:txBody>
          <a:bodyPr>
            <a:normAutofit/>
          </a:bodyPr>
          <a:lstStyle/>
          <a:p>
            <a:r>
              <a:rPr lang="pt-BR" sz="6600" dirty="0">
                <a:ln w="22225">
                  <a:solidFill>
                    <a:schemeClr val="bg1"/>
                  </a:solidFill>
                </a:ln>
                <a:noFill/>
                <a:latin typeface="Arial" panose="020B0604020202020204" pitchFamily="34" charset="0"/>
                <a:cs typeface="Arial" panose="020B0604020202020204" pitchFamily="34" charset="0"/>
              </a:rPr>
              <a:t>Bibliografia</a:t>
            </a:r>
          </a:p>
        </p:txBody>
      </p:sp>
      <p:sp>
        <p:nvSpPr>
          <p:cNvPr id="3" name="Marcador de Posição de Conteúdo 2">
            <a:extLst>
              <a:ext uri="{FF2B5EF4-FFF2-40B4-BE49-F238E27FC236}">
                <a16:creationId xmlns:a16="http://schemas.microsoft.com/office/drawing/2014/main" id="{016B526E-AFB9-612A-0484-C5B441CC172B}"/>
              </a:ext>
            </a:extLst>
          </p:cNvPr>
          <p:cNvSpPr>
            <a:spLocks noGrp="1"/>
          </p:cNvSpPr>
          <p:nvPr>
            <p:ph idx="1"/>
          </p:nvPr>
        </p:nvSpPr>
        <p:spPr>
          <a:xfrm>
            <a:off x="2079893" y="1432719"/>
            <a:ext cx="7816582" cy="4834730"/>
          </a:xfrm>
        </p:spPr>
        <p:txBody>
          <a:bodyPr>
            <a:normAutofit/>
          </a:bodyPr>
          <a:lstStyle/>
          <a:p>
            <a:pPr marL="0" indent="0" algn="just">
              <a:buNone/>
              <a:tabLst>
                <a:tab pos="2700020" algn="ctr"/>
                <a:tab pos="5400040" algn="r"/>
              </a:tabLst>
            </a:pPr>
            <a:r>
              <a:rPr lang="pt-BR" sz="1900" dirty="0">
                <a:effectLst/>
                <a:latin typeface="Arial" panose="020B0604020202020204" pitchFamily="34" charset="0"/>
                <a:ea typeface="Calibri" panose="020F0502020204030204" pitchFamily="34" charset="0"/>
                <a:cs typeface="Arial" panose="020B0604020202020204" pitchFamily="34" charset="0"/>
              </a:rPr>
              <a:t> </a:t>
            </a:r>
          </a:p>
          <a:p>
            <a:endParaRPr lang="pt-BR" dirty="0"/>
          </a:p>
        </p:txBody>
      </p:sp>
      <p:sp>
        <p:nvSpPr>
          <p:cNvPr id="7" name="Rectangle 2">
            <a:extLst>
              <a:ext uri="{FF2B5EF4-FFF2-40B4-BE49-F238E27FC236}">
                <a16:creationId xmlns:a16="http://schemas.microsoft.com/office/drawing/2014/main" id="{1D82F42B-F9E5-1A39-F7EB-0ABE56C11889}"/>
              </a:ext>
            </a:extLst>
          </p:cNvPr>
          <p:cNvSpPr>
            <a:spLocks noChangeArrowheads="1"/>
          </p:cNvSpPr>
          <p:nvPr/>
        </p:nvSpPr>
        <p:spPr bwMode="auto">
          <a:xfrm>
            <a:off x="2170179" y="1414890"/>
            <a:ext cx="7636008" cy="48479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700338" algn="ctr"/>
                <a:tab pos="5400675" algn="r"/>
              </a:tabLst>
              <a:defRPr>
                <a:solidFill>
                  <a:schemeClr val="tx1"/>
                </a:solidFill>
                <a:latin typeface="Arial" panose="020B0604020202020204" pitchFamily="34" charset="0"/>
              </a:defRPr>
            </a:lvl1pPr>
            <a:lvl2pPr eaLnBrk="0" fontAlgn="base" hangingPunct="0">
              <a:spcBef>
                <a:spcPct val="0"/>
              </a:spcBef>
              <a:spcAft>
                <a:spcPct val="0"/>
              </a:spcAft>
              <a:tabLst>
                <a:tab pos="2700338" algn="ctr"/>
                <a:tab pos="5400675" algn="r"/>
              </a:tabLst>
              <a:defRPr>
                <a:solidFill>
                  <a:schemeClr val="tx1"/>
                </a:solidFill>
                <a:latin typeface="Arial" panose="020B0604020202020204" pitchFamily="34" charset="0"/>
              </a:defRPr>
            </a:lvl2pPr>
            <a:lvl3pPr eaLnBrk="0" fontAlgn="base" hangingPunct="0">
              <a:spcBef>
                <a:spcPct val="0"/>
              </a:spcBef>
              <a:spcAft>
                <a:spcPct val="0"/>
              </a:spcAft>
              <a:tabLst>
                <a:tab pos="2700338" algn="ctr"/>
                <a:tab pos="5400675" algn="r"/>
              </a:tabLst>
              <a:defRPr>
                <a:solidFill>
                  <a:schemeClr val="tx1"/>
                </a:solidFill>
                <a:latin typeface="Arial" panose="020B0604020202020204" pitchFamily="34" charset="0"/>
              </a:defRPr>
            </a:lvl3pPr>
            <a:lvl4pPr eaLnBrk="0" fontAlgn="base" hangingPunct="0">
              <a:spcBef>
                <a:spcPct val="0"/>
              </a:spcBef>
              <a:spcAft>
                <a:spcPct val="0"/>
              </a:spcAft>
              <a:tabLst>
                <a:tab pos="2700338" algn="ctr"/>
                <a:tab pos="5400675" algn="r"/>
              </a:tabLst>
              <a:defRPr>
                <a:solidFill>
                  <a:schemeClr val="tx1"/>
                </a:solidFill>
                <a:latin typeface="Arial" panose="020B0604020202020204" pitchFamily="34" charset="0"/>
              </a:defRPr>
            </a:lvl4pPr>
            <a:lvl5pPr eaLnBrk="0" fontAlgn="base" hangingPunct="0">
              <a:spcBef>
                <a:spcPct val="0"/>
              </a:spcBef>
              <a:spcAft>
                <a:spcPct val="0"/>
              </a:spcAft>
              <a:tabLst>
                <a:tab pos="2700338" algn="ctr"/>
                <a:tab pos="5400675" algn="r"/>
              </a:tabLst>
              <a:defRPr>
                <a:solidFill>
                  <a:schemeClr val="tx1"/>
                </a:solidFill>
                <a:latin typeface="Arial" panose="020B0604020202020204" pitchFamily="34" charset="0"/>
              </a:defRPr>
            </a:lvl5pPr>
            <a:lvl6pPr eaLnBrk="0" fontAlgn="base" hangingPunct="0">
              <a:spcBef>
                <a:spcPct val="0"/>
              </a:spcBef>
              <a:spcAft>
                <a:spcPct val="0"/>
              </a:spcAft>
              <a:tabLst>
                <a:tab pos="2700338" algn="ctr"/>
                <a:tab pos="5400675" algn="r"/>
              </a:tabLst>
              <a:defRPr>
                <a:solidFill>
                  <a:schemeClr val="tx1"/>
                </a:solidFill>
                <a:latin typeface="Arial" panose="020B0604020202020204" pitchFamily="34" charset="0"/>
              </a:defRPr>
            </a:lvl6pPr>
            <a:lvl7pPr eaLnBrk="0" fontAlgn="base" hangingPunct="0">
              <a:spcBef>
                <a:spcPct val="0"/>
              </a:spcBef>
              <a:spcAft>
                <a:spcPct val="0"/>
              </a:spcAft>
              <a:tabLst>
                <a:tab pos="2700338" algn="ctr"/>
                <a:tab pos="5400675" algn="r"/>
              </a:tabLst>
              <a:defRPr>
                <a:solidFill>
                  <a:schemeClr val="tx1"/>
                </a:solidFill>
                <a:latin typeface="Arial" panose="020B0604020202020204" pitchFamily="34" charset="0"/>
              </a:defRPr>
            </a:lvl7pPr>
            <a:lvl8pPr eaLnBrk="0" fontAlgn="base" hangingPunct="0">
              <a:spcBef>
                <a:spcPct val="0"/>
              </a:spcBef>
              <a:spcAft>
                <a:spcPct val="0"/>
              </a:spcAft>
              <a:tabLst>
                <a:tab pos="2700338" algn="ctr"/>
                <a:tab pos="5400675" algn="r"/>
              </a:tabLst>
              <a:defRPr>
                <a:solidFill>
                  <a:schemeClr val="tx1"/>
                </a:solidFill>
                <a:latin typeface="Arial" panose="020B0604020202020204" pitchFamily="34" charset="0"/>
              </a:defRPr>
            </a:lvl8pPr>
            <a:lvl9pPr eaLnBrk="0" fontAlgn="base" hangingPunct="0">
              <a:spcBef>
                <a:spcPct val="0"/>
              </a:spcBef>
              <a:spcAft>
                <a:spcPct val="0"/>
              </a:spcAft>
              <a:tabLst>
                <a:tab pos="2700338" algn="ctr"/>
                <a:tab pos="5400675" algn="r"/>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tabLst>
                <a:tab pos="2700338" algn="ctr"/>
                <a:tab pos="5400675" algn="r"/>
              </a:tabLst>
            </a:pPr>
            <a:r>
              <a:rPr kumimoji="0" lang="pt-BR" altLang="pt-BR" sz="1600" b="0" i="0" u="none" strike="noStrike" cap="none" normalizeH="0" baseline="0" dirty="0">
                <a:ln>
                  <a:noFill/>
                </a:ln>
                <a:solidFill>
                  <a:schemeClr val="tx1"/>
                </a:solidFill>
                <a:effectLst/>
                <a:ea typeface="Calibri" panose="020F0502020204030204" pitchFamily="34" charset="0"/>
                <a:cs typeface="Arial" panose="020B0604020202020204" pitchFamily="34" charset="0"/>
              </a:rPr>
              <a:t>Nascido no Engenho Pau D’Arco, Vila do Espírito Santo em 20 de abril de 1884, Augusto de Carvalho Rodrigues era filho de antigos senhores de engenho. Logo em 1903, matriculou-se na Faculdade de Direito de Recife, neste momento que Augusto publicava seus primeiros poemas, o que chamava atenção dos leitores era sua maneira negativa nos versos, tido como um poeta histério e desequilibrado, na Paraíba, foi apelidado de “Doutor Tristeza”.</a:t>
            </a:r>
            <a:r>
              <a:rPr lang="pt-BR" altLang="pt-BR" sz="1600" dirty="0">
                <a:cs typeface="Arial" panose="020B0604020202020204" pitchFamily="34" charset="0"/>
              </a:rPr>
              <a:t> </a:t>
            </a:r>
            <a:r>
              <a:rPr kumimoji="0" lang="pt-BR" altLang="pt-BR" sz="1600" b="0" i="0" u="none" strike="noStrike" cap="none" normalizeH="0" baseline="0" dirty="0">
                <a:ln>
                  <a:noFill/>
                </a:ln>
                <a:solidFill>
                  <a:schemeClr val="tx1"/>
                </a:solidFill>
                <a:effectLst/>
                <a:ea typeface="Calibri" panose="020F0502020204030204" pitchFamily="34" charset="0"/>
                <a:cs typeface="Arial" panose="020B0604020202020204" pitchFamily="34" charset="0"/>
              </a:rPr>
              <a:t>Formou-se em 1907, mas nunca chegou a exercer a profissão de advogado ou magistrado, passou a lecionar Língua Portuguesa e Literatura Brasileira, logo depois, em 1910, veio a se casar com Ester Fialho, com quem teve três filhos. Em 1912 publica seu único livro, intitulado Eu, com ajuda de seu irmão, dois anos depois, mudou-se para Leopoldina–MG, assumindo o cargo de diretor de um grupo escolar, mas uma pneumonia dupla interrompeu sua trajetória, Augusto com apenas 30 anos, faleceu em 12 de novembro de 1914.</a:t>
            </a:r>
            <a:endParaRPr kumimoji="0" lang="pt-BR" altLang="pt-BR" sz="1600" b="0" i="0" u="none" strike="noStrike" cap="none" normalizeH="0" baseline="0" dirty="0">
              <a:ln>
                <a:noFill/>
              </a:ln>
              <a:solidFill>
                <a:schemeClr val="tx1"/>
              </a:solidFill>
              <a:effectLst/>
              <a:cs typeface="Arial" panose="020B0604020202020204" pitchFamily="34" charset="0"/>
            </a:endParaRPr>
          </a:p>
        </p:txBody>
      </p:sp>
    </p:spTree>
    <p:extLst>
      <p:ext uri="{BB962C8B-B14F-4D97-AF65-F5344CB8AC3E}">
        <p14:creationId xmlns:p14="http://schemas.microsoft.com/office/powerpoint/2010/main" val="580066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tângulo: Cantos Arredondados 4">
            <a:extLst>
              <a:ext uri="{FF2B5EF4-FFF2-40B4-BE49-F238E27FC236}">
                <a16:creationId xmlns:a16="http://schemas.microsoft.com/office/drawing/2014/main" id="{BC7F087A-4887-22DA-DA54-190FB7960DED}"/>
              </a:ext>
            </a:extLst>
          </p:cNvPr>
          <p:cNvSpPr/>
          <p:nvPr/>
        </p:nvSpPr>
        <p:spPr>
          <a:xfrm>
            <a:off x="2160049" y="1551185"/>
            <a:ext cx="7661983" cy="2925565"/>
          </a:xfrm>
          <a:prstGeom prst="roundRect">
            <a:avLst>
              <a:gd name="adj" fmla="val 2006"/>
            </a:avLst>
          </a:prstGeom>
          <a:solidFill>
            <a:schemeClr val="bg1"/>
          </a:solidFill>
          <a:effectLst>
            <a:outerShdw blurRad="254000" dir="5400000" algn="ctr" rotWithShape="0">
              <a:schemeClr val="bg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Retângulo: Cantos Arredondados 3">
            <a:extLst>
              <a:ext uri="{FF2B5EF4-FFF2-40B4-BE49-F238E27FC236}">
                <a16:creationId xmlns:a16="http://schemas.microsoft.com/office/drawing/2014/main" id="{7C837A53-E9B3-ED97-2D94-2DEBA2EC0E99}"/>
              </a:ext>
            </a:extLst>
          </p:cNvPr>
          <p:cNvSpPr/>
          <p:nvPr/>
        </p:nvSpPr>
        <p:spPr>
          <a:xfrm>
            <a:off x="2160048" y="344090"/>
            <a:ext cx="7661984" cy="10096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 name="Título 1">
            <a:extLst>
              <a:ext uri="{FF2B5EF4-FFF2-40B4-BE49-F238E27FC236}">
                <a16:creationId xmlns:a16="http://schemas.microsoft.com/office/drawing/2014/main" id="{35D649E0-8EFA-8D97-8DEB-743AD2839C64}"/>
              </a:ext>
            </a:extLst>
          </p:cNvPr>
          <p:cNvSpPr>
            <a:spLocks noGrp="1"/>
          </p:cNvSpPr>
          <p:nvPr>
            <p:ph type="title"/>
          </p:nvPr>
        </p:nvSpPr>
        <p:spPr>
          <a:xfrm>
            <a:off x="2369968" y="225622"/>
            <a:ext cx="7915275" cy="1325563"/>
          </a:xfrm>
          <a:noFill/>
        </p:spPr>
        <p:txBody>
          <a:bodyPr>
            <a:normAutofit fontScale="90000"/>
          </a:bodyPr>
          <a:lstStyle/>
          <a:p>
            <a:r>
              <a:rPr lang="pt-BR" sz="6600" dirty="0">
                <a:ln w="22225">
                  <a:solidFill>
                    <a:schemeClr val="bg1"/>
                  </a:solidFill>
                </a:ln>
                <a:noFill/>
                <a:latin typeface="Arial" panose="020B0604020202020204" pitchFamily="34" charset="0"/>
                <a:cs typeface="Arial" panose="020B0604020202020204" pitchFamily="34" charset="0"/>
              </a:rPr>
              <a:t>CARACTERISTICAS</a:t>
            </a:r>
          </a:p>
        </p:txBody>
      </p:sp>
      <p:sp>
        <p:nvSpPr>
          <p:cNvPr id="3" name="Marcador de Posição de Conteúdo 2">
            <a:extLst>
              <a:ext uri="{FF2B5EF4-FFF2-40B4-BE49-F238E27FC236}">
                <a16:creationId xmlns:a16="http://schemas.microsoft.com/office/drawing/2014/main" id="{016B526E-AFB9-612A-0484-C5B441CC172B}"/>
              </a:ext>
            </a:extLst>
          </p:cNvPr>
          <p:cNvSpPr>
            <a:spLocks noGrp="1"/>
          </p:cNvSpPr>
          <p:nvPr>
            <p:ph idx="1"/>
          </p:nvPr>
        </p:nvSpPr>
        <p:spPr>
          <a:xfrm>
            <a:off x="2681507" y="1751111"/>
            <a:ext cx="6316394" cy="3834606"/>
          </a:xfrm>
        </p:spPr>
        <p:txBody>
          <a:bodyPr>
            <a:normAutofit/>
          </a:bodyPr>
          <a:lstStyle/>
          <a:p>
            <a:pPr marL="0" indent="0" algn="just">
              <a:buNone/>
              <a:tabLst>
                <a:tab pos="2700020" algn="ctr"/>
                <a:tab pos="5400040" algn="r"/>
              </a:tabLst>
            </a:pPr>
            <a:r>
              <a:rPr lang="pt-BR" sz="1900" dirty="0">
                <a:effectLst/>
                <a:latin typeface="Arial" panose="020B0604020202020204" pitchFamily="34" charset="0"/>
                <a:ea typeface="Calibri" panose="020F0502020204030204" pitchFamily="34" charset="0"/>
                <a:cs typeface="Arial" panose="020B0604020202020204" pitchFamily="34" charset="0"/>
              </a:rPr>
              <a:t> </a:t>
            </a:r>
          </a:p>
          <a:p>
            <a:endParaRPr lang="pt-BR" dirty="0"/>
          </a:p>
        </p:txBody>
      </p:sp>
      <p:sp>
        <p:nvSpPr>
          <p:cNvPr id="8" name="Rectangle 1">
            <a:extLst>
              <a:ext uri="{FF2B5EF4-FFF2-40B4-BE49-F238E27FC236}">
                <a16:creationId xmlns:a16="http://schemas.microsoft.com/office/drawing/2014/main" id="{56B46F5C-0B09-59D3-0CF4-8B48080A4F98}"/>
              </a:ext>
            </a:extLst>
          </p:cNvPr>
          <p:cNvSpPr>
            <a:spLocks noChangeArrowheads="1"/>
          </p:cNvSpPr>
          <p:nvPr/>
        </p:nvSpPr>
        <p:spPr bwMode="auto">
          <a:xfrm>
            <a:off x="2276290" y="1551185"/>
            <a:ext cx="7429500" cy="3041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700338" algn="ctr"/>
                <a:tab pos="5400675" algn="r"/>
              </a:tabLst>
              <a:defRPr>
                <a:solidFill>
                  <a:schemeClr val="tx1"/>
                </a:solidFill>
                <a:latin typeface="Arial" panose="020B0604020202020204" pitchFamily="34" charset="0"/>
              </a:defRPr>
            </a:lvl1pPr>
            <a:lvl2pPr eaLnBrk="0" fontAlgn="base" hangingPunct="0">
              <a:spcBef>
                <a:spcPct val="0"/>
              </a:spcBef>
              <a:spcAft>
                <a:spcPct val="0"/>
              </a:spcAft>
              <a:tabLst>
                <a:tab pos="2700338" algn="ctr"/>
                <a:tab pos="5400675" algn="r"/>
              </a:tabLst>
              <a:defRPr>
                <a:solidFill>
                  <a:schemeClr val="tx1"/>
                </a:solidFill>
                <a:latin typeface="Arial" panose="020B0604020202020204" pitchFamily="34" charset="0"/>
              </a:defRPr>
            </a:lvl2pPr>
            <a:lvl3pPr eaLnBrk="0" fontAlgn="base" hangingPunct="0">
              <a:spcBef>
                <a:spcPct val="0"/>
              </a:spcBef>
              <a:spcAft>
                <a:spcPct val="0"/>
              </a:spcAft>
              <a:tabLst>
                <a:tab pos="2700338" algn="ctr"/>
                <a:tab pos="5400675" algn="r"/>
              </a:tabLst>
              <a:defRPr>
                <a:solidFill>
                  <a:schemeClr val="tx1"/>
                </a:solidFill>
                <a:latin typeface="Arial" panose="020B0604020202020204" pitchFamily="34" charset="0"/>
              </a:defRPr>
            </a:lvl3pPr>
            <a:lvl4pPr eaLnBrk="0" fontAlgn="base" hangingPunct="0">
              <a:spcBef>
                <a:spcPct val="0"/>
              </a:spcBef>
              <a:spcAft>
                <a:spcPct val="0"/>
              </a:spcAft>
              <a:tabLst>
                <a:tab pos="2700338" algn="ctr"/>
                <a:tab pos="5400675" algn="r"/>
              </a:tabLst>
              <a:defRPr>
                <a:solidFill>
                  <a:schemeClr val="tx1"/>
                </a:solidFill>
                <a:latin typeface="Arial" panose="020B0604020202020204" pitchFamily="34" charset="0"/>
              </a:defRPr>
            </a:lvl4pPr>
            <a:lvl5pPr eaLnBrk="0" fontAlgn="base" hangingPunct="0">
              <a:spcBef>
                <a:spcPct val="0"/>
              </a:spcBef>
              <a:spcAft>
                <a:spcPct val="0"/>
              </a:spcAft>
              <a:tabLst>
                <a:tab pos="2700338" algn="ctr"/>
                <a:tab pos="5400675" algn="r"/>
              </a:tabLst>
              <a:defRPr>
                <a:solidFill>
                  <a:schemeClr val="tx1"/>
                </a:solidFill>
                <a:latin typeface="Arial" panose="020B0604020202020204" pitchFamily="34" charset="0"/>
              </a:defRPr>
            </a:lvl5pPr>
            <a:lvl6pPr eaLnBrk="0" fontAlgn="base" hangingPunct="0">
              <a:spcBef>
                <a:spcPct val="0"/>
              </a:spcBef>
              <a:spcAft>
                <a:spcPct val="0"/>
              </a:spcAft>
              <a:tabLst>
                <a:tab pos="2700338" algn="ctr"/>
                <a:tab pos="5400675" algn="r"/>
              </a:tabLst>
              <a:defRPr>
                <a:solidFill>
                  <a:schemeClr val="tx1"/>
                </a:solidFill>
                <a:latin typeface="Arial" panose="020B0604020202020204" pitchFamily="34" charset="0"/>
              </a:defRPr>
            </a:lvl6pPr>
            <a:lvl7pPr eaLnBrk="0" fontAlgn="base" hangingPunct="0">
              <a:spcBef>
                <a:spcPct val="0"/>
              </a:spcBef>
              <a:spcAft>
                <a:spcPct val="0"/>
              </a:spcAft>
              <a:tabLst>
                <a:tab pos="2700338" algn="ctr"/>
                <a:tab pos="5400675" algn="r"/>
              </a:tabLst>
              <a:defRPr>
                <a:solidFill>
                  <a:schemeClr val="tx1"/>
                </a:solidFill>
                <a:latin typeface="Arial" panose="020B0604020202020204" pitchFamily="34" charset="0"/>
              </a:defRPr>
            </a:lvl7pPr>
            <a:lvl8pPr eaLnBrk="0" fontAlgn="base" hangingPunct="0">
              <a:spcBef>
                <a:spcPct val="0"/>
              </a:spcBef>
              <a:spcAft>
                <a:spcPct val="0"/>
              </a:spcAft>
              <a:tabLst>
                <a:tab pos="2700338" algn="ctr"/>
                <a:tab pos="5400675" algn="r"/>
              </a:tabLst>
              <a:defRPr>
                <a:solidFill>
                  <a:schemeClr val="tx1"/>
                </a:solidFill>
                <a:latin typeface="Arial" panose="020B0604020202020204" pitchFamily="34" charset="0"/>
              </a:defRPr>
            </a:lvl8pPr>
            <a:lvl9pPr eaLnBrk="0" fontAlgn="base" hangingPunct="0">
              <a:spcBef>
                <a:spcPct val="0"/>
              </a:spcBef>
              <a:spcAft>
                <a:spcPct val="0"/>
              </a:spcAft>
              <a:tabLst>
                <a:tab pos="2700338" algn="ctr"/>
                <a:tab pos="5400675" algn="r"/>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tabLst>
                <a:tab pos="2700338" algn="ctr"/>
                <a:tab pos="5400675" algn="r"/>
              </a:tabLst>
            </a:pPr>
            <a:r>
              <a:rPr kumimoji="0" lang="pt-BR" altLang="pt-BR" sz="1600" b="0" i="0" u="none" strike="noStrike" cap="none" normalizeH="0" baseline="0" dirty="0">
                <a:ln>
                  <a:noFill/>
                </a:ln>
                <a:solidFill>
                  <a:schemeClr val="tx1"/>
                </a:solidFill>
                <a:effectLst/>
                <a:ea typeface="Calibri" panose="020F0502020204030204" pitchFamily="34" charset="0"/>
                <a:cs typeface="Arial" panose="020B0604020202020204" pitchFamily="34" charset="0"/>
              </a:rPr>
              <a:t>Augusto dos Anjos, embora tenha sido influenciado pelo Simbolismo e Naturalismo, movimentos presentes na época, seu estilo literário não se encaixa em nenhuma das escolas, eram versos carregados de pessimismo, cósmica, paradoxal e angustiante, contendo um vocabulário científico misturado com uma tristeza profunda, carregada de hipérbole em métrica rígida. Teve grande influência pelo filósofo alemão Arthur Schopenhauer, cuja teoria filosófica percebia uma perene impossibilidade de felicidade.</a:t>
            </a:r>
            <a:endParaRPr kumimoji="0" lang="pt-BR" altLang="pt-BR" sz="1600" b="0" i="0" u="none" strike="noStrike" cap="none" normalizeH="0" baseline="0" dirty="0">
              <a:ln>
                <a:noFill/>
              </a:ln>
              <a:solidFill>
                <a:schemeClr val="tx1"/>
              </a:solidFill>
              <a:effectLst/>
              <a:cs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None/>
              <a:tabLst>
                <a:tab pos="2700338" algn="ctr"/>
                <a:tab pos="5400675" algn="r"/>
              </a:tabLst>
            </a:pPr>
            <a:endParaRPr kumimoji="0" lang="pt-BR" altLang="pt-B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274339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tângulo: Cantos Arredondados 4">
            <a:extLst>
              <a:ext uri="{FF2B5EF4-FFF2-40B4-BE49-F238E27FC236}">
                <a16:creationId xmlns:a16="http://schemas.microsoft.com/office/drawing/2014/main" id="{BC7F087A-4887-22DA-DA54-190FB7960DED}"/>
              </a:ext>
            </a:extLst>
          </p:cNvPr>
          <p:cNvSpPr/>
          <p:nvPr/>
        </p:nvSpPr>
        <p:spPr>
          <a:xfrm>
            <a:off x="2160049" y="1551185"/>
            <a:ext cx="7871903" cy="4020940"/>
          </a:xfrm>
          <a:prstGeom prst="roundRect">
            <a:avLst>
              <a:gd name="adj" fmla="val 2006"/>
            </a:avLst>
          </a:prstGeom>
          <a:solidFill>
            <a:schemeClr val="bg1"/>
          </a:solidFill>
          <a:effectLst>
            <a:outerShdw blurRad="254000" dir="5400000" algn="ctr" rotWithShape="0">
              <a:schemeClr val="bg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Retângulo: Cantos Arredondados 3">
            <a:extLst>
              <a:ext uri="{FF2B5EF4-FFF2-40B4-BE49-F238E27FC236}">
                <a16:creationId xmlns:a16="http://schemas.microsoft.com/office/drawing/2014/main" id="{7C837A53-E9B3-ED97-2D94-2DEBA2EC0E99}"/>
              </a:ext>
            </a:extLst>
          </p:cNvPr>
          <p:cNvSpPr/>
          <p:nvPr/>
        </p:nvSpPr>
        <p:spPr>
          <a:xfrm>
            <a:off x="2160048" y="344090"/>
            <a:ext cx="7871904" cy="10096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 name="Título 1">
            <a:extLst>
              <a:ext uri="{FF2B5EF4-FFF2-40B4-BE49-F238E27FC236}">
                <a16:creationId xmlns:a16="http://schemas.microsoft.com/office/drawing/2014/main" id="{35D649E0-8EFA-8D97-8DEB-743AD2839C64}"/>
              </a:ext>
            </a:extLst>
          </p:cNvPr>
          <p:cNvSpPr>
            <a:spLocks noGrp="1"/>
          </p:cNvSpPr>
          <p:nvPr>
            <p:ph type="title"/>
          </p:nvPr>
        </p:nvSpPr>
        <p:spPr>
          <a:xfrm>
            <a:off x="2160048" y="225622"/>
            <a:ext cx="8125195" cy="1325563"/>
          </a:xfrm>
          <a:noFill/>
        </p:spPr>
        <p:txBody>
          <a:bodyPr>
            <a:normAutofit/>
          </a:bodyPr>
          <a:lstStyle/>
          <a:p>
            <a:r>
              <a:rPr lang="pt-BR" sz="4000" dirty="0">
                <a:ln w="22225">
                  <a:solidFill>
                    <a:schemeClr val="bg1"/>
                  </a:solidFill>
                </a:ln>
                <a:noFill/>
                <a:latin typeface="Arial" panose="020B0604020202020204" pitchFamily="34" charset="0"/>
                <a:cs typeface="Arial" panose="020B0604020202020204" pitchFamily="34" charset="0"/>
              </a:rPr>
              <a:t>Principal obra e contexto histórico</a:t>
            </a:r>
          </a:p>
        </p:txBody>
      </p:sp>
      <p:sp>
        <p:nvSpPr>
          <p:cNvPr id="6" name="Rectangle 1">
            <a:extLst>
              <a:ext uri="{FF2B5EF4-FFF2-40B4-BE49-F238E27FC236}">
                <a16:creationId xmlns:a16="http://schemas.microsoft.com/office/drawing/2014/main" id="{0728854E-9D9F-4403-B19B-8C16F0D106A6}"/>
              </a:ext>
            </a:extLst>
          </p:cNvPr>
          <p:cNvSpPr>
            <a:spLocks noGrp="1" noChangeArrowheads="1"/>
          </p:cNvSpPr>
          <p:nvPr>
            <p:ph idx="1"/>
          </p:nvPr>
        </p:nvSpPr>
        <p:spPr bwMode="auto">
          <a:xfrm>
            <a:off x="2276476" y="1854319"/>
            <a:ext cx="7610474" cy="3370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700338" algn="ctr"/>
                <a:tab pos="5400675" algn="r"/>
              </a:tabLst>
              <a:defRPr>
                <a:solidFill>
                  <a:schemeClr val="tx1"/>
                </a:solidFill>
                <a:latin typeface="Arial" panose="020B0604020202020204" pitchFamily="34" charset="0"/>
              </a:defRPr>
            </a:lvl1pPr>
            <a:lvl2pPr eaLnBrk="0" fontAlgn="base" hangingPunct="0">
              <a:spcBef>
                <a:spcPct val="0"/>
              </a:spcBef>
              <a:spcAft>
                <a:spcPct val="0"/>
              </a:spcAft>
              <a:tabLst>
                <a:tab pos="2700338" algn="ctr"/>
                <a:tab pos="5400675" algn="r"/>
              </a:tabLst>
              <a:defRPr>
                <a:solidFill>
                  <a:schemeClr val="tx1"/>
                </a:solidFill>
                <a:latin typeface="Arial" panose="020B0604020202020204" pitchFamily="34" charset="0"/>
              </a:defRPr>
            </a:lvl2pPr>
            <a:lvl3pPr eaLnBrk="0" fontAlgn="base" hangingPunct="0">
              <a:spcBef>
                <a:spcPct val="0"/>
              </a:spcBef>
              <a:spcAft>
                <a:spcPct val="0"/>
              </a:spcAft>
              <a:tabLst>
                <a:tab pos="2700338" algn="ctr"/>
                <a:tab pos="5400675" algn="r"/>
              </a:tabLst>
              <a:defRPr>
                <a:solidFill>
                  <a:schemeClr val="tx1"/>
                </a:solidFill>
                <a:latin typeface="Arial" panose="020B0604020202020204" pitchFamily="34" charset="0"/>
              </a:defRPr>
            </a:lvl3pPr>
            <a:lvl4pPr eaLnBrk="0" fontAlgn="base" hangingPunct="0">
              <a:spcBef>
                <a:spcPct val="0"/>
              </a:spcBef>
              <a:spcAft>
                <a:spcPct val="0"/>
              </a:spcAft>
              <a:tabLst>
                <a:tab pos="2700338" algn="ctr"/>
                <a:tab pos="5400675" algn="r"/>
              </a:tabLst>
              <a:defRPr>
                <a:solidFill>
                  <a:schemeClr val="tx1"/>
                </a:solidFill>
                <a:latin typeface="Arial" panose="020B0604020202020204" pitchFamily="34" charset="0"/>
              </a:defRPr>
            </a:lvl4pPr>
            <a:lvl5pPr eaLnBrk="0" fontAlgn="base" hangingPunct="0">
              <a:spcBef>
                <a:spcPct val="0"/>
              </a:spcBef>
              <a:spcAft>
                <a:spcPct val="0"/>
              </a:spcAft>
              <a:tabLst>
                <a:tab pos="2700338" algn="ctr"/>
                <a:tab pos="5400675" algn="r"/>
              </a:tabLst>
              <a:defRPr>
                <a:solidFill>
                  <a:schemeClr val="tx1"/>
                </a:solidFill>
                <a:latin typeface="Arial" panose="020B0604020202020204" pitchFamily="34" charset="0"/>
              </a:defRPr>
            </a:lvl5pPr>
            <a:lvl6pPr eaLnBrk="0" fontAlgn="base" hangingPunct="0">
              <a:spcBef>
                <a:spcPct val="0"/>
              </a:spcBef>
              <a:spcAft>
                <a:spcPct val="0"/>
              </a:spcAft>
              <a:tabLst>
                <a:tab pos="2700338" algn="ctr"/>
                <a:tab pos="5400675" algn="r"/>
              </a:tabLst>
              <a:defRPr>
                <a:solidFill>
                  <a:schemeClr val="tx1"/>
                </a:solidFill>
                <a:latin typeface="Arial" panose="020B0604020202020204" pitchFamily="34" charset="0"/>
              </a:defRPr>
            </a:lvl6pPr>
            <a:lvl7pPr eaLnBrk="0" fontAlgn="base" hangingPunct="0">
              <a:spcBef>
                <a:spcPct val="0"/>
              </a:spcBef>
              <a:spcAft>
                <a:spcPct val="0"/>
              </a:spcAft>
              <a:tabLst>
                <a:tab pos="2700338" algn="ctr"/>
                <a:tab pos="5400675" algn="r"/>
              </a:tabLst>
              <a:defRPr>
                <a:solidFill>
                  <a:schemeClr val="tx1"/>
                </a:solidFill>
                <a:latin typeface="Arial" panose="020B0604020202020204" pitchFamily="34" charset="0"/>
              </a:defRPr>
            </a:lvl7pPr>
            <a:lvl8pPr eaLnBrk="0" fontAlgn="base" hangingPunct="0">
              <a:spcBef>
                <a:spcPct val="0"/>
              </a:spcBef>
              <a:spcAft>
                <a:spcPct val="0"/>
              </a:spcAft>
              <a:tabLst>
                <a:tab pos="2700338" algn="ctr"/>
                <a:tab pos="5400675" algn="r"/>
              </a:tabLst>
              <a:defRPr>
                <a:solidFill>
                  <a:schemeClr val="tx1"/>
                </a:solidFill>
                <a:latin typeface="Arial" panose="020B0604020202020204" pitchFamily="34" charset="0"/>
              </a:defRPr>
            </a:lvl8pPr>
            <a:lvl9pPr eaLnBrk="0" fontAlgn="base" hangingPunct="0">
              <a:spcBef>
                <a:spcPct val="0"/>
              </a:spcBef>
              <a:spcAft>
                <a:spcPct val="0"/>
              </a:spcAft>
              <a:tabLst>
                <a:tab pos="2700338" algn="ctr"/>
                <a:tab pos="5400675" algn="r"/>
              </a:tabLst>
              <a:defRPr>
                <a:solidFill>
                  <a:schemeClr val="tx1"/>
                </a:solidFill>
                <a:latin typeface="Arial" panose="020B0604020202020204" pitchFamily="34" charset="0"/>
              </a:defRPr>
            </a:lvl9pPr>
          </a:lstStyle>
          <a:p>
            <a:pPr marL="0" lvl="0" indent="0" algn="just">
              <a:lnSpc>
                <a:spcPct val="150000"/>
              </a:lnSpc>
              <a:buNone/>
            </a:pPr>
            <a:r>
              <a:rPr kumimoji="0" lang="pt-BR" altLang="pt-BR" sz="1600" i="0" u="none" strike="noStrike" cap="none" normalizeH="0" baseline="0" dirty="0">
                <a:ln>
                  <a:noFill/>
                </a:ln>
                <a:solidFill>
                  <a:schemeClr val="tx1"/>
                </a:solidFill>
                <a:effectLst/>
                <a:ea typeface="Calibri" panose="020F0502020204030204" pitchFamily="34" charset="0"/>
                <a:cs typeface="Arial" panose="020B0604020202020204" pitchFamily="34" charset="0"/>
              </a:rPr>
              <a:t>Sua única e principal obra, Eu, é marcada por um tom melancólico e uma visão pessimista da vida, explorando temas ligados a morte, decomposição, a dor e a angústia existencial, marcado por um vocabulário rico e complexo em suas poesias, tendo como características o pessimismo, o materialismo e o individualismo. Sua obra foi lançada no ano de 1912, mas um tempo depois, surge a obra Eu e Outras Poesias, uma antologia póstuma que incluiu mais composi</a:t>
            </a:r>
            <a:r>
              <a:rPr lang="pt-BR" altLang="pt-BR" sz="1600" dirty="0">
                <a:ea typeface="Calibri" panose="020F0502020204030204" pitchFamily="34" charset="0"/>
                <a:cs typeface="Arial" panose="020B0604020202020204" pitchFamily="34" charset="0"/>
              </a:rPr>
              <a:t>õ</a:t>
            </a:r>
            <a:r>
              <a:rPr kumimoji="0" lang="pt-BR" altLang="pt-BR" sz="1600" i="0" u="none" strike="noStrike" cap="none" normalizeH="0" baseline="0" dirty="0">
                <a:ln>
                  <a:noFill/>
                </a:ln>
                <a:solidFill>
                  <a:schemeClr val="tx1"/>
                </a:solidFill>
                <a:effectLst/>
                <a:ea typeface="Calibri" panose="020F0502020204030204" pitchFamily="34" charset="0"/>
                <a:cs typeface="Arial" panose="020B0604020202020204" pitchFamily="34" charset="0"/>
              </a:rPr>
              <a:t>çes de Augusto dos Anjos.</a:t>
            </a:r>
            <a:endParaRPr kumimoji="0" lang="pt-BR" altLang="pt-BR" sz="1600" i="0" u="none" strike="noStrike" cap="none" normalizeH="0" baseline="0" dirty="0">
              <a:ln>
                <a:noFill/>
              </a:ln>
              <a:solidFill>
                <a:schemeClr val="tx1"/>
              </a:solidFill>
              <a:effectLst/>
              <a:cs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None/>
              <a:tabLst>
                <a:tab pos="2700338" algn="ctr"/>
                <a:tab pos="5400675" algn="r"/>
              </a:tabLst>
            </a:pPr>
            <a:r>
              <a:rPr kumimoji="0" lang="pt-BR" altLang="pt-BR" sz="1600" b="1" i="0" u="none" strike="noStrike" cap="none" normalizeH="0" baseline="0" dirty="0">
                <a:ln>
                  <a:noFill/>
                </a:ln>
                <a:solidFill>
                  <a:schemeClr val="tx1"/>
                </a:solidFill>
                <a:effectLst/>
                <a:ea typeface="Calibri" panose="020F0502020204030204" pitchFamily="34" charset="0"/>
                <a:cs typeface="Arial" panose="020B0604020202020204" pitchFamily="34" charset="0"/>
              </a:rPr>
              <a:t>CONTETO HISTÓRICO</a:t>
            </a:r>
            <a:endParaRPr kumimoji="0" lang="pt-BR" altLang="pt-BR" sz="1600" b="1" i="0" u="none" strike="noStrike" cap="none" normalizeH="0" baseline="0" dirty="0">
              <a:ln>
                <a:noFill/>
              </a:ln>
              <a:solidFill>
                <a:schemeClr val="tx1"/>
              </a:solidFill>
              <a:effectLst/>
              <a:cs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None/>
              <a:tabLst>
                <a:tab pos="2700338" algn="ctr"/>
                <a:tab pos="5400675" algn="r"/>
              </a:tabLst>
            </a:pPr>
            <a:r>
              <a:rPr kumimoji="0" lang="pt-BR" altLang="pt-BR" sz="1600" i="0" u="none" strike="noStrike" cap="none" normalizeH="0" baseline="0" dirty="0">
                <a:ln>
                  <a:noFill/>
                </a:ln>
                <a:solidFill>
                  <a:schemeClr val="tx1"/>
                </a:solidFill>
                <a:effectLst/>
                <a:ea typeface="Calibri" panose="020F0502020204030204" pitchFamily="34" charset="0"/>
                <a:cs typeface="Arial" panose="020B0604020202020204" pitchFamily="34" charset="0"/>
              </a:rPr>
              <a:t>Período de pré-modernismo</a:t>
            </a:r>
            <a:endParaRPr kumimoji="0" lang="pt-BR" altLang="pt-BR" sz="1600" i="0" u="none" strike="noStrike" cap="none" normalizeH="0" baseline="0" dirty="0">
              <a:ln>
                <a:noFill/>
              </a:ln>
              <a:solidFill>
                <a:schemeClr val="tx1"/>
              </a:solidFill>
              <a:effectLst/>
              <a:cs typeface="Arial" panose="020B0604020202020204" pitchFamily="34" charset="0"/>
            </a:endParaRPr>
          </a:p>
        </p:txBody>
      </p:sp>
    </p:spTree>
    <p:extLst>
      <p:ext uri="{BB962C8B-B14F-4D97-AF65-F5344CB8AC3E}">
        <p14:creationId xmlns:p14="http://schemas.microsoft.com/office/powerpoint/2010/main" val="42457279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Imagem 3">
            <a:extLst>
              <a:ext uri="{FF2B5EF4-FFF2-40B4-BE49-F238E27FC236}">
                <a16:creationId xmlns:a16="http://schemas.microsoft.com/office/drawing/2014/main" id="{9FD57F9F-50D0-780B-040B-F7CE23E223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7098" y="0"/>
            <a:ext cx="11454902" cy="6858000"/>
          </a:xfrm>
          <a:prstGeom prst="rect">
            <a:avLst/>
          </a:prstGeom>
        </p:spPr>
      </p:pic>
      <p:sp>
        <p:nvSpPr>
          <p:cNvPr id="5" name="CaixaDeTexto 4">
            <a:extLst>
              <a:ext uri="{FF2B5EF4-FFF2-40B4-BE49-F238E27FC236}">
                <a16:creationId xmlns:a16="http://schemas.microsoft.com/office/drawing/2014/main" id="{2374D860-D0B3-A81D-345B-4E2E727B581A}"/>
              </a:ext>
            </a:extLst>
          </p:cNvPr>
          <p:cNvSpPr txBox="1"/>
          <p:nvPr/>
        </p:nvSpPr>
        <p:spPr>
          <a:xfrm>
            <a:off x="1485900" y="590551"/>
            <a:ext cx="6553199" cy="3170099"/>
          </a:xfrm>
          <a:prstGeom prst="rect">
            <a:avLst/>
          </a:prstGeom>
          <a:noFill/>
        </p:spPr>
        <p:txBody>
          <a:bodyPr wrap="square" rtlCol="0">
            <a:spAutoFit/>
          </a:bodyPr>
          <a:lstStyle/>
          <a:p>
            <a:r>
              <a:rPr lang="pt-BR" sz="20000" dirty="0">
                <a:ln w="22225">
                  <a:solidFill>
                    <a:schemeClr val="bg1"/>
                  </a:solidFill>
                </a:ln>
                <a:latin typeface="Arial" panose="020B0604020202020204" pitchFamily="34" charset="0"/>
                <a:cs typeface="Arial" panose="020B0604020202020204" pitchFamily="34" charset="0"/>
              </a:rPr>
              <a:t>FIM</a:t>
            </a:r>
          </a:p>
        </p:txBody>
      </p:sp>
      <p:sp>
        <p:nvSpPr>
          <p:cNvPr id="6" name="CaixaDeTexto 5">
            <a:extLst>
              <a:ext uri="{FF2B5EF4-FFF2-40B4-BE49-F238E27FC236}">
                <a16:creationId xmlns:a16="http://schemas.microsoft.com/office/drawing/2014/main" id="{69AEEB75-EF27-96A4-DC7C-A72C7DBBEF1D}"/>
              </a:ext>
            </a:extLst>
          </p:cNvPr>
          <p:cNvSpPr txBox="1"/>
          <p:nvPr/>
        </p:nvSpPr>
        <p:spPr>
          <a:xfrm>
            <a:off x="1600200" y="428626"/>
            <a:ext cx="6553199" cy="3170099"/>
          </a:xfrm>
          <a:prstGeom prst="rect">
            <a:avLst/>
          </a:prstGeom>
          <a:noFill/>
        </p:spPr>
        <p:txBody>
          <a:bodyPr wrap="square" rtlCol="0">
            <a:spAutoFit/>
          </a:bodyPr>
          <a:lstStyle/>
          <a:p>
            <a:r>
              <a:rPr lang="pt-BR" sz="20000" dirty="0">
                <a:ln w="22225">
                  <a:solidFill>
                    <a:schemeClr val="bg1"/>
                  </a:solidFill>
                </a:ln>
                <a:solidFill>
                  <a:schemeClr val="bg1"/>
                </a:solidFill>
                <a:latin typeface="Arial" panose="020B0604020202020204" pitchFamily="34" charset="0"/>
                <a:cs typeface="Arial" panose="020B0604020202020204" pitchFamily="34" charset="0"/>
              </a:rPr>
              <a:t>FIM</a:t>
            </a:r>
          </a:p>
        </p:txBody>
      </p:sp>
    </p:spTree>
    <p:extLst>
      <p:ext uri="{BB962C8B-B14F-4D97-AF65-F5344CB8AC3E}">
        <p14:creationId xmlns:p14="http://schemas.microsoft.com/office/powerpoint/2010/main" val="1184982493"/>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373</Words>
  <Application>Microsoft Office PowerPoint</Application>
  <PresentationFormat>Ecrã Panorâmico</PresentationFormat>
  <Paragraphs>14</Paragraphs>
  <Slides>5</Slides>
  <Notes>0</Notes>
  <HiddenSlides>0</HiddenSlides>
  <MMClips>0</MMClips>
  <ScaleCrop>false</ScaleCrop>
  <HeadingPairs>
    <vt:vector size="6" baseType="variant">
      <vt:variant>
        <vt:lpstr>Tipos de letra usados</vt:lpstr>
      </vt:variant>
      <vt:variant>
        <vt:i4>4</vt:i4>
      </vt:variant>
      <vt:variant>
        <vt:lpstr>Tema</vt:lpstr>
      </vt:variant>
      <vt:variant>
        <vt:i4>1</vt:i4>
      </vt:variant>
      <vt:variant>
        <vt:lpstr>Títulos dos diapositivos</vt:lpstr>
      </vt:variant>
      <vt:variant>
        <vt:i4>5</vt:i4>
      </vt:variant>
    </vt:vector>
  </HeadingPairs>
  <TitlesOfParts>
    <vt:vector size="10" baseType="lpstr">
      <vt:lpstr>Arial</vt:lpstr>
      <vt:lpstr>Calibri</vt:lpstr>
      <vt:lpstr>Calibri Light</vt:lpstr>
      <vt:lpstr>Dubai</vt:lpstr>
      <vt:lpstr>Tema do Office</vt:lpstr>
      <vt:lpstr>Apresentação do PowerPoint</vt:lpstr>
      <vt:lpstr>Bibliografia</vt:lpstr>
      <vt:lpstr>CARACTERISTICAS</vt:lpstr>
      <vt:lpstr>Principal obra e contexto histórico</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Patrick Pinheiro</dc:creator>
  <cp:lastModifiedBy>Patrick Pinheiro</cp:lastModifiedBy>
  <cp:revision>2</cp:revision>
  <dcterms:created xsi:type="dcterms:W3CDTF">2024-07-28T20:02:07Z</dcterms:created>
  <dcterms:modified xsi:type="dcterms:W3CDTF">2024-07-29T00:44:11Z</dcterms:modified>
</cp:coreProperties>
</file>